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90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B93F5-28A8-43F1-AFE5-4CCB96D08C28}" type="datetimeFigureOut">
              <a:rPr lang="it-IT" smtClean="0"/>
              <a:pPr/>
              <a:t>22/06/2012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BA9CA-C9E6-4A96-82B2-0C46EF25F28C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B93F5-28A8-43F1-AFE5-4CCB96D08C28}" type="datetimeFigureOut">
              <a:rPr lang="it-IT" smtClean="0"/>
              <a:pPr/>
              <a:t>22/06/2012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BA9CA-C9E6-4A96-82B2-0C46EF25F28C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B93F5-28A8-43F1-AFE5-4CCB96D08C28}" type="datetimeFigureOut">
              <a:rPr lang="it-IT" smtClean="0"/>
              <a:pPr/>
              <a:t>22/06/2012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BA9CA-C9E6-4A96-82B2-0C46EF25F28C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B93F5-28A8-43F1-AFE5-4CCB96D08C28}" type="datetimeFigureOut">
              <a:rPr lang="it-IT" smtClean="0"/>
              <a:pPr/>
              <a:t>22/06/2012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BA9CA-C9E6-4A96-82B2-0C46EF25F28C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B93F5-28A8-43F1-AFE5-4CCB96D08C28}" type="datetimeFigureOut">
              <a:rPr lang="it-IT" smtClean="0"/>
              <a:pPr/>
              <a:t>22/06/2012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BA9CA-C9E6-4A96-82B2-0C46EF25F28C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B93F5-28A8-43F1-AFE5-4CCB96D08C28}" type="datetimeFigureOut">
              <a:rPr lang="it-IT" smtClean="0"/>
              <a:pPr/>
              <a:t>22/06/2012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BA9CA-C9E6-4A96-82B2-0C46EF25F28C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B93F5-28A8-43F1-AFE5-4CCB96D08C28}" type="datetimeFigureOut">
              <a:rPr lang="it-IT" smtClean="0"/>
              <a:pPr/>
              <a:t>22/06/2012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BA9CA-C9E6-4A96-82B2-0C46EF25F28C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B93F5-28A8-43F1-AFE5-4CCB96D08C28}" type="datetimeFigureOut">
              <a:rPr lang="it-IT" smtClean="0"/>
              <a:pPr/>
              <a:t>22/06/2012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BA9CA-C9E6-4A96-82B2-0C46EF25F28C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B93F5-28A8-43F1-AFE5-4CCB96D08C28}" type="datetimeFigureOut">
              <a:rPr lang="it-IT" smtClean="0"/>
              <a:pPr/>
              <a:t>22/06/2012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BA9CA-C9E6-4A96-82B2-0C46EF25F28C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B93F5-28A8-43F1-AFE5-4CCB96D08C28}" type="datetimeFigureOut">
              <a:rPr lang="it-IT" smtClean="0"/>
              <a:pPr/>
              <a:t>22/06/2012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BA9CA-C9E6-4A96-82B2-0C46EF25F28C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B93F5-28A8-43F1-AFE5-4CCB96D08C28}" type="datetimeFigureOut">
              <a:rPr lang="it-IT" smtClean="0"/>
              <a:pPr/>
              <a:t>22/06/2012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BA9CA-C9E6-4A96-82B2-0C46EF25F28C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4B93F5-28A8-43F1-AFE5-4CCB96D08C28}" type="datetimeFigureOut">
              <a:rPr lang="it-IT" smtClean="0"/>
              <a:pPr/>
              <a:t>22/06/2012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BA9CA-C9E6-4A96-82B2-0C46EF25F28C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6858000"/>
          </a:xfrm>
          <a:solidFill>
            <a:srgbClr val="FFFF00"/>
          </a:solidFill>
        </p:spPr>
        <p:txBody>
          <a:bodyPr>
            <a:normAutofit/>
          </a:bodyPr>
          <a:lstStyle/>
          <a:p>
            <a:r>
              <a:rPr lang="it-IT" sz="6600" dirty="0" smtClean="0">
                <a:solidFill>
                  <a:srgbClr val="00B050"/>
                </a:solidFill>
                <a:latin typeface="Bernard MT Condensed" pitchFamily="18" charset="0"/>
              </a:rPr>
              <a:t>QUANDO PENSO A CRISTO</a:t>
            </a:r>
            <a:endParaRPr lang="it-IT" sz="6600" dirty="0">
              <a:solidFill>
                <a:srgbClr val="00B050"/>
              </a:solidFill>
              <a:latin typeface="Bernard MT Condensed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396536" cy="6858000"/>
          </a:xfrm>
          <a:solidFill>
            <a:srgbClr val="FFFF00"/>
          </a:solidFill>
        </p:spPr>
        <p:txBody>
          <a:bodyPr/>
          <a:lstStyle/>
          <a:p>
            <a:pPr>
              <a:buNone/>
            </a:pPr>
            <a:r>
              <a:rPr lang="it-IT" sz="6000" dirty="0" smtClean="0">
                <a:solidFill>
                  <a:srgbClr val="00B050"/>
                </a:solidFill>
                <a:latin typeface="Bernard MT Condensed" pitchFamily="18" charset="0"/>
              </a:rPr>
              <a:t>Quando penso a Cristo e a quel che </a:t>
            </a:r>
            <a:r>
              <a:rPr lang="it-IT" sz="6000" dirty="0" err="1" smtClean="0">
                <a:solidFill>
                  <a:srgbClr val="00B050"/>
                </a:solidFill>
                <a:latin typeface="Bernard MT Condensed" pitchFamily="18" charset="0"/>
              </a:rPr>
              <a:t>fè</a:t>
            </a:r>
            <a:r>
              <a:rPr lang="it-IT" sz="6000" dirty="0" smtClean="0">
                <a:solidFill>
                  <a:srgbClr val="00B050"/>
                </a:solidFill>
                <a:latin typeface="Bernard MT Condensed" pitchFamily="18" charset="0"/>
              </a:rPr>
              <a:t> per me!</a:t>
            </a:r>
          </a:p>
          <a:p>
            <a:pPr>
              <a:buNone/>
            </a:pPr>
            <a:r>
              <a:rPr lang="it-IT" sz="6000" dirty="0" smtClean="0">
                <a:solidFill>
                  <a:srgbClr val="00B050"/>
                </a:solidFill>
                <a:latin typeface="Bernard MT Condensed" pitchFamily="18" charset="0"/>
              </a:rPr>
              <a:t>Avanti camminerò,</a:t>
            </a:r>
            <a:r>
              <a:rPr lang="it-IT" sz="6000" dirty="0" err="1" smtClean="0">
                <a:solidFill>
                  <a:srgbClr val="00B050"/>
                </a:solidFill>
                <a:latin typeface="Bernard MT Condensed" pitchFamily="18" charset="0"/>
              </a:rPr>
              <a:t>camminerò</a:t>
            </a:r>
            <a:r>
              <a:rPr lang="it-IT" sz="6000" dirty="0" smtClean="0">
                <a:solidFill>
                  <a:srgbClr val="00B050"/>
                </a:solidFill>
                <a:latin typeface="Bernard MT Condensed" pitchFamily="18" charset="0"/>
              </a:rPr>
              <a:t>!</a:t>
            </a:r>
          </a:p>
          <a:p>
            <a:pPr>
              <a:buNone/>
            </a:pPr>
            <a:r>
              <a:rPr lang="it-IT" sz="6000" dirty="0" smtClean="0">
                <a:solidFill>
                  <a:srgbClr val="00B050"/>
                </a:solidFill>
                <a:latin typeface="Bernard MT Condensed" pitchFamily="18" charset="0"/>
              </a:rPr>
              <a:t>Quando penso a Cristo e a quel che </a:t>
            </a:r>
            <a:r>
              <a:rPr lang="it-IT" sz="6000" dirty="0" err="1" smtClean="0">
                <a:solidFill>
                  <a:srgbClr val="00B050"/>
                </a:solidFill>
                <a:latin typeface="Bernard MT Condensed" pitchFamily="18" charset="0"/>
              </a:rPr>
              <a:t>fè</a:t>
            </a:r>
            <a:r>
              <a:rPr lang="it-IT" sz="6000" dirty="0" smtClean="0">
                <a:solidFill>
                  <a:srgbClr val="00B050"/>
                </a:solidFill>
                <a:latin typeface="Bernard MT Condensed" pitchFamily="18" charset="0"/>
              </a:rPr>
              <a:t> per me!</a:t>
            </a:r>
          </a:p>
          <a:p>
            <a:pPr>
              <a:buNone/>
            </a:pPr>
            <a:r>
              <a:rPr lang="it-IT" sz="6000" dirty="0" smtClean="0">
                <a:solidFill>
                  <a:srgbClr val="00B050"/>
                </a:solidFill>
                <a:latin typeface="Bernard MT Condensed" pitchFamily="18" charset="0"/>
              </a:rPr>
              <a:t>Avanti camminerò!</a:t>
            </a:r>
          </a:p>
          <a:p>
            <a:pPr>
              <a:buNone/>
            </a:pPr>
            <a:endParaRPr lang="it-IT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rgbClr val="FFFF00"/>
          </a:solidFill>
        </p:spPr>
        <p:txBody>
          <a:bodyPr>
            <a:normAutofit/>
          </a:bodyPr>
          <a:lstStyle/>
          <a:p>
            <a:pPr>
              <a:buNone/>
            </a:pPr>
            <a:r>
              <a:rPr lang="it-IT" sz="7200" dirty="0" smtClean="0">
                <a:solidFill>
                  <a:srgbClr val="00B050"/>
                </a:solidFill>
                <a:latin typeface="Bernard MT Condensed" pitchFamily="18" charset="0"/>
              </a:rPr>
              <a:t>Sì,</a:t>
            </a:r>
            <a:r>
              <a:rPr lang="it-IT" sz="7200" dirty="0" err="1" smtClean="0">
                <a:solidFill>
                  <a:srgbClr val="00B050"/>
                </a:solidFill>
                <a:latin typeface="Bernard MT Condensed" pitchFamily="18" charset="0"/>
              </a:rPr>
              <a:t>sì</a:t>
            </a:r>
            <a:r>
              <a:rPr lang="it-IT" sz="7200" smtClean="0">
                <a:solidFill>
                  <a:srgbClr val="00B050"/>
                </a:solidFill>
                <a:latin typeface="Bernard MT Condensed" pitchFamily="18" charset="0"/>
              </a:rPr>
              <a:t>,sì</a:t>
            </a:r>
            <a:r>
              <a:rPr lang="it-IT" sz="7200" dirty="0" smtClean="0">
                <a:solidFill>
                  <a:srgbClr val="00B050"/>
                </a:solidFill>
                <a:latin typeface="Bernard MT Condensed" pitchFamily="18" charset="0"/>
              </a:rPr>
              <a:t>,</a:t>
            </a:r>
            <a:r>
              <a:rPr lang="it-IT" sz="7200" dirty="0" err="1" smtClean="0">
                <a:solidFill>
                  <a:srgbClr val="00B050"/>
                </a:solidFill>
                <a:latin typeface="Bernard MT Condensed" pitchFamily="18" charset="0"/>
              </a:rPr>
              <a:t>sì</a:t>
            </a:r>
            <a:r>
              <a:rPr lang="it-IT" sz="7200" dirty="0" smtClean="0">
                <a:solidFill>
                  <a:srgbClr val="00B050"/>
                </a:solidFill>
                <a:latin typeface="Bernard MT Condensed" pitchFamily="18" charset="0"/>
              </a:rPr>
              <a:t>,</a:t>
            </a:r>
            <a:r>
              <a:rPr lang="it-IT" sz="7200" dirty="0" err="1" smtClean="0">
                <a:solidFill>
                  <a:srgbClr val="00B050"/>
                </a:solidFill>
                <a:latin typeface="Bernard MT Condensed" pitchFamily="18" charset="0"/>
              </a:rPr>
              <a:t>sì</a:t>
            </a:r>
            <a:r>
              <a:rPr lang="it-IT" sz="7200" dirty="0" smtClean="0">
                <a:solidFill>
                  <a:srgbClr val="00B050"/>
                </a:solidFill>
                <a:latin typeface="Bernard MT Condensed" pitchFamily="18" charset="0"/>
              </a:rPr>
              <a:t> avanti camminerò,</a:t>
            </a:r>
            <a:r>
              <a:rPr lang="it-IT" sz="7200" dirty="0" err="1" smtClean="0">
                <a:solidFill>
                  <a:srgbClr val="00B050"/>
                </a:solidFill>
                <a:latin typeface="Bernard MT Condensed" pitchFamily="18" charset="0"/>
              </a:rPr>
              <a:t>camminerò</a:t>
            </a:r>
            <a:r>
              <a:rPr lang="it-IT" sz="7200" dirty="0" smtClean="0">
                <a:solidFill>
                  <a:srgbClr val="00B050"/>
                </a:solidFill>
                <a:latin typeface="Bernard MT Condensed" pitchFamily="18" charset="0"/>
              </a:rPr>
              <a:t>!</a:t>
            </a:r>
          </a:p>
          <a:p>
            <a:pPr>
              <a:buNone/>
            </a:pPr>
            <a:endParaRPr lang="it-IT" sz="7200" dirty="0" smtClean="0">
              <a:solidFill>
                <a:srgbClr val="00B050"/>
              </a:solidFill>
              <a:latin typeface="Bernard MT Condensed" pitchFamily="18" charset="0"/>
            </a:endParaRPr>
          </a:p>
          <a:p>
            <a:pPr>
              <a:buNone/>
            </a:pPr>
            <a:r>
              <a:rPr lang="it-IT" sz="7200" dirty="0" smtClean="0">
                <a:solidFill>
                  <a:srgbClr val="00B050"/>
                </a:solidFill>
                <a:latin typeface="Bernard MT Condensed" pitchFamily="18" charset="0"/>
              </a:rPr>
              <a:t>Sì,</a:t>
            </a:r>
            <a:r>
              <a:rPr lang="it-IT" sz="7200" dirty="0" err="1" smtClean="0">
                <a:solidFill>
                  <a:srgbClr val="00B050"/>
                </a:solidFill>
                <a:latin typeface="Bernard MT Condensed" pitchFamily="18" charset="0"/>
              </a:rPr>
              <a:t>sì</a:t>
            </a:r>
            <a:r>
              <a:rPr lang="it-IT" sz="7200" dirty="0" smtClean="0">
                <a:solidFill>
                  <a:srgbClr val="00B050"/>
                </a:solidFill>
                <a:latin typeface="Bernard MT Condensed" pitchFamily="18" charset="0"/>
              </a:rPr>
              <a:t>,</a:t>
            </a:r>
            <a:r>
              <a:rPr lang="it-IT" sz="7200" dirty="0" err="1" smtClean="0">
                <a:solidFill>
                  <a:srgbClr val="00B050"/>
                </a:solidFill>
                <a:latin typeface="Bernard MT Condensed" pitchFamily="18" charset="0"/>
              </a:rPr>
              <a:t>sì</a:t>
            </a:r>
            <a:r>
              <a:rPr lang="it-IT" sz="7200" dirty="0" smtClean="0">
                <a:solidFill>
                  <a:srgbClr val="00B050"/>
                </a:solidFill>
                <a:latin typeface="Bernard MT Condensed" pitchFamily="18" charset="0"/>
              </a:rPr>
              <a:t>,</a:t>
            </a:r>
            <a:r>
              <a:rPr lang="it-IT" sz="7200" dirty="0" err="1" smtClean="0">
                <a:solidFill>
                  <a:srgbClr val="00B050"/>
                </a:solidFill>
                <a:latin typeface="Bernard MT Condensed" pitchFamily="18" charset="0"/>
              </a:rPr>
              <a:t>sì</a:t>
            </a:r>
            <a:r>
              <a:rPr lang="it-IT" sz="7200" dirty="0" smtClean="0">
                <a:solidFill>
                  <a:srgbClr val="00B050"/>
                </a:solidFill>
                <a:latin typeface="Bernard MT Condensed" pitchFamily="18" charset="0"/>
              </a:rPr>
              <a:t>,</a:t>
            </a:r>
            <a:r>
              <a:rPr lang="it-IT" sz="7200" dirty="0" err="1" smtClean="0">
                <a:solidFill>
                  <a:srgbClr val="00B050"/>
                </a:solidFill>
                <a:latin typeface="Bernard MT Condensed" pitchFamily="18" charset="0"/>
              </a:rPr>
              <a:t>sì</a:t>
            </a:r>
            <a:r>
              <a:rPr lang="it-IT" sz="7200" dirty="0" smtClean="0">
                <a:solidFill>
                  <a:srgbClr val="00B050"/>
                </a:solidFill>
                <a:latin typeface="Bernard MT Condensed" pitchFamily="18" charset="0"/>
              </a:rPr>
              <a:t>,avanti </a:t>
            </a:r>
            <a:r>
              <a:rPr lang="it-IT" sz="7200" dirty="0" smtClean="0">
                <a:solidFill>
                  <a:srgbClr val="00B050"/>
                </a:solidFill>
                <a:latin typeface="Bernard MT Condensed" pitchFamily="18" charset="0"/>
              </a:rPr>
              <a:t>camminerò.</a:t>
            </a:r>
          </a:p>
          <a:p>
            <a:pPr>
              <a:buNone/>
            </a:pP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1"/>
            <a:ext cx="9144000" cy="6858000"/>
          </a:xfrm>
          <a:solidFill>
            <a:srgbClr val="FFFF00"/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it-IT" sz="6000" dirty="0" smtClean="0">
                <a:solidFill>
                  <a:srgbClr val="00B050"/>
                </a:solidFill>
                <a:latin typeface="Bernard MT Condensed" pitchFamily="18" charset="0"/>
              </a:rPr>
              <a:t>Quando penso a Cristo e a quel che </a:t>
            </a:r>
            <a:r>
              <a:rPr lang="it-IT" sz="6000" dirty="0" err="1" smtClean="0">
                <a:solidFill>
                  <a:srgbClr val="00B050"/>
                </a:solidFill>
                <a:latin typeface="Bernard MT Condensed" pitchFamily="18" charset="0"/>
              </a:rPr>
              <a:t>fè</a:t>
            </a:r>
            <a:r>
              <a:rPr lang="it-IT" sz="6000" dirty="0" smtClean="0">
                <a:solidFill>
                  <a:srgbClr val="00B050"/>
                </a:solidFill>
                <a:latin typeface="Bernard MT Condensed" pitchFamily="18" charset="0"/>
              </a:rPr>
              <a:t> per me!</a:t>
            </a:r>
          </a:p>
          <a:p>
            <a:pPr>
              <a:buNone/>
            </a:pPr>
            <a:r>
              <a:rPr lang="it-IT" sz="6000" dirty="0" smtClean="0">
                <a:solidFill>
                  <a:srgbClr val="00B050"/>
                </a:solidFill>
                <a:latin typeface="Bernard MT Condensed" pitchFamily="18" charset="0"/>
              </a:rPr>
              <a:t>Indietro non tornerò,non tornerò!</a:t>
            </a:r>
          </a:p>
          <a:p>
            <a:pPr>
              <a:buNone/>
            </a:pPr>
            <a:r>
              <a:rPr lang="it-IT" sz="6000" dirty="0" smtClean="0">
                <a:solidFill>
                  <a:srgbClr val="00B050"/>
                </a:solidFill>
                <a:latin typeface="Bernard MT Condensed" pitchFamily="18" charset="0"/>
              </a:rPr>
              <a:t>Quando penso a Cristo e a quel </a:t>
            </a:r>
            <a:r>
              <a:rPr lang="it-IT" sz="6000" dirty="0" smtClean="0">
                <a:solidFill>
                  <a:srgbClr val="00B050"/>
                </a:solidFill>
                <a:latin typeface="Bernard MT Condensed" pitchFamily="18" charset="0"/>
              </a:rPr>
              <a:t>che </a:t>
            </a:r>
            <a:r>
              <a:rPr lang="it-IT" sz="6000" dirty="0" err="1" smtClean="0">
                <a:solidFill>
                  <a:srgbClr val="00B050"/>
                </a:solidFill>
                <a:latin typeface="Bernard MT Condensed" pitchFamily="18" charset="0"/>
              </a:rPr>
              <a:t>fè</a:t>
            </a:r>
            <a:r>
              <a:rPr lang="it-IT" sz="6000" dirty="0" smtClean="0">
                <a:solidFill>
                  <a:srgbClr val="00B050"/>
                </a:solidFill>
                <a:latin typeface="Bernard MT Condensed" pitchFamily="18" charset="0"/>
              </a:rPr>
              <a:t> per me</a:t>
            </a:r>
            <a:r>
              <a:rPr lang="it-IT" sz="6000" dirty="0" smtClean="0">
                <a:solidFill>
                  <a:srgbClr val="00B050"/>
                </a:solidFill>
                <a:latin typeface="Bernard MT Condensed" pitchFamily="18" charset="0"/>
              </a:rPr>
              <a:t>!</a:t>
            </a:r>
          </a:p>
          <a:p>
            <a:pPr>
              <a:buNone/>
            </a:pPr>
            <a:r>
              <a:rPr lang="it-IT" sz="6000" dirty="0" smtClean="0">
                <a:solidFill>
                  <a:srgbClr val="00B050"/>
                </a:solidFill>
                <a:latin typeface="Bernard MT Condensed" pitchFamily="18" charset="0"/>
              </a:rPr>
              <a:t>I</a:t>
            </a:r>
            <a:r>
              <a:rPr lang="it-IT" sz="6000" dirty="0" smtClean="0">
                <a:solidFill>
                  <a:srgbClr val="00B050"/>
                </a:solidFill>
                <a:latin typeface="Bernard MT Condensed" pitchFamily="18" charset="0"/>
              </a:rPr>
              <a:t>ndietro </a:t>
            </a:r>
            <a:r>
              <a:rPr lang="it-IT" sz="6000" dirty="0" smtClean="0">
                <a:solidFill>
                  <a:srgbClr val="00B050"/>
                </a:solidFill>
                <a:latin typeface="Bernard MT Condensed" pitchFamily="18" charset="0"/>
              </a:rPr>
              <a:t>non </a:t>
            </a:r>
            <a:r>
              <a:rPr lang="it-IT" sz="6000" dirty="0" smtClean="0">
                <a:solidFill>
                  <a:srgbClr val="00B050"/>
                </a:solidFill>
                <a:latin typeface="Bernard MT Condensed" pitchFamily="18" charset="0"/>
              </a:rPr>
              <a:t>tornerò!</a:t>
            </a:r>
            <a:endParaRPr lang="it-IT" sz="6000" dirty="0" smtClean="0">
              <a:solidFill>
                <a:srgbClr val="00B050"/>
              </a:solidFill>
              <a:latin typeface="Bernard MT Condensed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rgbClr val="FFFF00"/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it-IT" sz="7200" dirty="0" smtClean="0">
                <a:solidFill>
                  <a:srgbClr val="00B050"/>
                </a:solidFill>
                <a:latin typeface="Bernard MT Condensed" pitchFamily="18" charset="0"/>
              </a:rPr>
              <a:t>No,</a:t>
            </a:r>
            <a:r>
              <a:rPr lang="it-IT" sz="7200" dirty="0" err="1" smtClean="0">
                <a:solidFill>
                  <a:srgbClr val="00B050"/>
                </a:solidFill>
                <a:latin typeface="Bernard MT Condensed" pitchFamily="18" charset="0"/>
              </a:rPr>
              <a:t>no</a:t>
            </a:r>
            <a:r>
              <a:rPr lang="it-IT" sz="7200" dirty="0" smtClean="0">
                <a:solidFill>
                  <a:srgbClr val="00B050"/>
                </a:solidFill>
                <a:latin typeface="Bernard MT Condensed" pitchFamily="18" charset="0"/>
              </a:rPr>
              <a:t>,</a:t>
            </a:r>
            <a:r>
              <a:rPr lang="it-IT" sz="7200" dirty="0" err="1" smtClean="0">
                <a:solidFill>
                  <a:srgbClr val="00B050"/>
                </a:solidFill>
                <a:latin typeface="Bernard MT Condensed" pitchFamily="18" charset="0"/>
              </a:rPr>
              <a:t>no</a:t>
            </a:r>
            <a:r>
              <a:rPr lang="it-IT" sz="7200" dirty="0" smtClean="0">
                <a:solidFill>
                  <a:srgbClr val="00B050"/>
                </a:solidFill>
                <a:latin typeface="Bernard MT Condensed" pitchFamily="18" charset="0"/>
              </a:rPr>
              <a:t>,</a:t>
            </a:r>
            <a:r>
              <a:rPr lang="it-IT" sz="7200" dirty="0" err="1" smtClean="0">
                <a:solidFill>
                  <a:srgbClr val="00B050"/>
                </a:solidFill>
                <a:latin typeface="Bernard MT Condensed" pitchFamily="18" charset="0"/>
              </a:rPr>
              <a:t>no</a:t>
            </a:r>
            <a:r>
              <a:rPr lang="it-IT" sz="7200" dirty="0" smtClean="0">
                <a:solidFill>
                  <a:srgbClr val="00B050"/>
                </a:solidFill>
                <a:latin typeface="Bernard MT Condensed" pitchFamily="18" charset="0"/>
              </a:rPr>
              <a:t>,</a:t>
            </a:r>
            <a:r>
              <a:rPr lang="it-IT" sz="7200" dirty="0" err="1" smtClean="0">
                <a:solidFill>
                  <a:srgbClr val="00B050"/>
                </a:solidFill>
                <a:latin typeface="Bernard MT Condensed" pitchFamily="18" charset="0"/>
              </a:rPr>
              <a:t>no</a:t>
            </a:r>
            <a:r>
              <a:rPr lang="it-IT" sz="7200" dirty="0" smtClean="0">
                <a:solidFill>
                  <a:srgbClr val="00B050"/>
                </a:solidFill>
                <a:latin typeface="Bernard MT Condensed" pitchFamily="18" charset="0"/>
              </a:rPr>
              <a:t> indietro non tornerò,non tornerò!</a:t>
            </a:r>
          </a:p>
          <a:p>
            <a:pPr>
              <a:buNone/>
            </a:pPr>
            <a:r>
              <a:rPr lang="it-IT" sz="7200" dirty="0" smtClean="0">
                <a:solidFill>
                  <a:srgbClr val="00B050"/>
                </a:solidFill>
                <a:latin typeface="Bernard MT Condensed" pitchFamily="18" charset="0"/>
              </a:rPr>
              <a:t>No,</a:t>
            </a:r>
            <a:r>
              <a:rPr lang="it-IT" sz="7200" dirty="0" err="1" smtClean="0">
                <a:solidFill>
                  <a:srgbClr val="00B050"/>
                </a:solidFill>
                <a:latin typeface="Bernard MT Condensed" pitchFamily="18" charset="0"/>
              </a:rPr>
              <a:t>no</a:t>
            </a:r>
            <a:r>
              <a:rPr lang="it-IT" sz="7200" dirty="0" smtClean="0">
                <a:solidFill>
                  <a:srgbClr val="00B050"/>
                </a:solidFill>
                <a:latin typeface="Bernard MT Condensed" pitchFamily="18" charset="0"/>
              </a:rPr>
              <a:t>,</a:t>
            </a:r>
            <a:r>
              <a:rPr lang="it-IT" sz="7200" dirty="0" err="1" smtClean="0">
                <a:solidFill>
                  <a:srgbClr val="00B050"/>
                </a:solidFill>
                <a:latin typeface="Bernard MT Condensed" pitchFamily="18" charset="0"/>
              </a:rPr>
              <a:t>no</a:t>
            </a:r>
            <a:r>
              <a:rPr lang="it-IT" sz="7200" dirty="0" smtClean="0">
                <a:solidFill>
                  <a:srgbClr val="00B050"/>
                </a:solidFill>
                <a:latin typeface="Bernard MT Condensed" pitchFamily="18" charset="0"/>
              </a:rPr>
              <a:t>,</a:t>
            </a:r>
            <a:r>
              <a:rPr lang="it-IT" sz="7200" dirty="0" err="1" smtClean="0">
                <a:solidFill>
                  <a:srgbClr val="00B050"/>
                </a:solidFill>
                <a:latin typeface="Bernard MT Condensed" pitchFamily="18" charset="0"/>
              </a:rPr>
              <a:t>no</a:t>
            </a:r>
            <a:r>
              <a:rPr lang="it-IT" sz="7200" dirty="0" smtClean="0">
                <a:solidFill>
                  <a:srgbClr val="00B050"/>
                </a:solidFill>
                <a:latin typeface="Bernard MT Condensed" pitchFamily="18" charset="0"/>
              </a:rPr>
              <a:t>,</a:t>
            </a:r>
            <a:r>
              <a:rPr lang="it-IT" sz="7200" dirty="0" err="1" smtClean="0">
                <a:solidFill>
                  <a:srgbClr val="00B050"/>
                </a:solidFill>
                <a:latin typeface="Bernard MT Condensed" pitchFamily="18" charset="0"/>
              </a:rPr>
              <a:t>no</a:t>
            </a:r>
            <a:r>
              <a:rPr lang="it-IT" sz="7200" dirty="0" smtClean="0">
                <a:solidFill>
                  <a:srgbClr val="00B050"/>
                </a:solidFill>
                <a:latin typeface="Bernard MT Condensed" pitchFamily="18" charset="0"/>
              </a:rPr>
              <a:t> indietro non tornerò!</a:t>
            </a:r>
            <a:br>
              <a:rPr lang="it-IT" sz="7200" dirty="0" smtClean="0">
                <a:solidFill>
                  <a:srgbClr val="00B050"/>
                </a:solidFill>
                <a:latin typeface="Bernard MT Condensed" pitchFamily="18" charset="0"/>
              </a:rPr>
            </a:br>
            <a:r>
              <a:rPr lang="it-IT" sz="7200" dirty="0" smtClean="0">
                <a:solidFill>
                  <a:srgbClr val="00B050"/>
                </a:solidFill>
                <a:latin typeface="Bernard MT Condensed" pitchFamily="18" charset="0"/>
              </a:rPr>
              <a:t>NO, MAI!!</a:t>
            </a:r>
            <a:endParaRPr lang="it-IT" sz="7200" dirty="0">
              <a:solidFill>
                <a:srgbClr val="00B050"/>
              </a:solidFill>
              <a:latin typeface="Bernard MT Condensed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85</Words>
  <Application>Microsoft Office PowerPoint</Application>
  <PresentationFormat>Presentazione su schermo (4:3)</PresentationFormat>
  <Paragraphs>14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6" baseType="lpstr">
      <vt:lpstr>Tema di Office</vt:lpstr>
      <vt:lpstr>QUANDO PENSO A CRISTO</vt:lpstr>
      <vt:lpstr>Diapositiva 2</vt:lpstr>
      <vt:lpstr>Diapositiva 3</vt:lpstr>
      <vt:lpstr>Diapositiva 4</vt:lpstr>
      <vt:lpstr>Diapositiva 5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QUANDO PENSO A CRISTO</dc:title>
  <dc:creator>UTENTE</dc:creator>
  <cp:lastModifiedBy>UTENTE</cp:lastModifiedBy>
  <cp:revision>3</cp:revision>
  <dcterms:created xsi:type="dcterms:W3CDTF">2012-06-22T20:35:15Z</dcterms:created>
  <dcterms:modified xsi:type="dcterms:W3CDTF">2012-06-22T21:17:17Z</dcterms:modified>
</cp:coreProperties>
</file>