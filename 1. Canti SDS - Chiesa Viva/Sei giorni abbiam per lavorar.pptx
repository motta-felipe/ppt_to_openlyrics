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ttotitolo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it-IT" smtClean="0"/>
              <a:t>Fare clic per modificare lo stile del sottotitolo dello schema</a:t>
            </a:r>
            <a:endParaRPr kumimoji="0" lang="en-US"/>
          </a:p>
        </p:txBody>
      </p:sp>
      <p:sp>
        <p:nvSpPr>
          <p:cNvPr id="28" name="Titolo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cxnSp>
        <p:nvCxnSpPr>
          <p:cNvPr id="8" name="Connettore 1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e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Segnaposto data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16" name="Segnaposto numero diapositiva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Segnaposto piè di pagina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contenuto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14" name="Segnaposto data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15" name="Segnaposto numero diapositiva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16" name="Segnaposto piè di pagina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7" name="Titolo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cxnSp>
        <p:nvCxnSpPr>
          <p:cNvPr id="7" name="Connettore 1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11" name="Segnaposto contenuto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13" name="Segnaposto contenuto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32" name="Segnaposto contenuto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34" name="Segnaposto contenuto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12" name="Segnaposto testo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cxnSp>
        <p:nvCxnSpPr>
          <p:cNvPr id="10" name="Connettore 1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egnaposto contenuto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31" name="Titolo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8" name="Segnaposto data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Segnaposto piè di pagina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it-IT" smtClean="0"/>
              <a:t>Fare clic sull'icona per inserire un'immagine</a:t>
            </a:r>
            <a:endParaRPr kumimoji="0"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8" name="Segnaposto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Segnaposto piè di pagina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50000"/>
              </a:schemeClr>
            </a:gs>
            <a:gs pos="50000">
              <a:srgbClr val="92D050"/>
            </a:gs>
            <a:gs pos="100000">
              <a:srgbClr val="00B0F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  <a:p>
            <a:pPr lvl="1" eaLnBrk="1" latinLnBrk="0" hangingPunct="1"/>
            <a:r>
              <a:rPr kumimoji="0" lang="it-IT" smtClean="0"/>
              <a:t>Secondo livello</a:t>
            </a:r>
          </a:p>
          <a:p>
            <a:pPr lvl="2" eaLnBrk="1" latinLnBrk="0" hangingPunct="1"/>
            <a:r>
              <a:rPr kumimoji="0" lang="it-IT" smtClean="0"/>
              <a:t>Terzo livello</a:t>
            </a:r>
          </a:p>
          <a:p>
            <a:pPr lvl="3" eaLnBrk="1" latinLnBrk="0" hangingPunct="1"/>
            <a:r>
              <a:rPr kumimoji="0" lang="it-IT" smtClean="0"/>
              <a:t>Quarto livello</a:t>
            </a:r>
          </a:p>
          <a:p>
            <a:pPr lvl="4" eaLnBrk="1" latinLnBrk="0" hangingPunct="1"/>
            <a:r>
              <a:rPr kumimoji="0" lang="it-IT" smtClean="0"/>
              <a:t>Quinto livello</a:t>
            </a:r>
            <a:endParaRPr kumimoji="0" lang="en-US"/>
          </a:p>
        </p:txBody>
      </p:sp>
      <p:sp>
        <p:nvSpPr>
          <p:cNvPr id="24" name="Segnaposto data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738660E-D80C-4F1D-B314-B4192A7A4100}" type="datetimeFigureOut">
              <a:rPr lang="it-IT" smtClean="0"/>
              <a:t>27/06/2015</a:t>
            </a:fld>
            <a:endParaRPr lang="it-IT"/>
          </a:p>
        </p:txBody>
      </p:sp>
      <p:sp>
        <p:nvSpPr>
          <p:cNvPr id="10" name="Segnaposto piè di pagina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22" name="Segnaposto numero diapositiva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56E7DAF-E71D-4AF2-BDE2-23F513E436F3}" type="slidenum">
              <a:rPr lang="it-IT" smtClean="0"/>
              <a:t>‹N›</a:t>
            </a:fld>
            <a:endParaRPr lang="it-IT"/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692696"/>
            <a:ext cx="91440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>
                <a:latin typeface="Arial" panose="020B0604020202020204" pitchFamily="34" charset="0"/>
                <a:cs typeface="Arial" panose="020B0604020202020204" pitchFamily="34" charset="0"/>
              </a:rPr>
              <a:t>Sei giorni abbiam per lavorar e per giocare insieme, ma il settimo noi </a:t>
            </a:r>
            <a:r>
              <a:rPr lang="it-IT" sz="6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riposiam</a:t>
            </a:r>
            <a:r>
              <a:rPr lang="it-IT" sz="6600" dirty="0" smtClean="0">
                <a:latin typeface="Arial" panose="020B0604020202020204" pitchFamily="34" charset="0"/>
                <a:cs typeface="Arial" panose="020B0604020202020204" pitchFamily="34" charset="0"/>
              </a:rPr>
              <a:t>, perché appartiene a Cristo</a:t>
            </a:r>
          </a:p>
        </p:txBody>
      </p:sp>
    </p:spTree>
    <p:extLst>
      <p:ext uri="{BB962C8B-B14F-4D97-AF65-F5344CB8AC3E}">
        <p14:creationId xmlns:p14="http://schemas.microsoft.com/office/powerpoint/2010/main" val="1355656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270600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0" dirty="0" smtClean="0">
                <a:latin typeface="Arial" panose="020B0604020202020204" pitchFamily="34" charset="0"/>
                <a:cs typeface="Arial" panose="020B0604020202020204" pitchFamily="34" charset="0"/>
              </a:rPr>
              <a:t>1, 2, 3, 4, 5, 6 per me, 1, 2, 3, 4, 5, 6 per me, 1, 2, 3, 4, 5, 6 per me, ma il settimo e di Cristo.</a:t>
            </a:r>
          </a:p>
        </p:txBody>
      </p:sp>
    </p:spTree>
    <p:extLst>
      <p:ext uri="{BB962C8B-B14F-4D97-AF65-F5344CB8AC3E}">
        <p14:creationId xmlns:p14="http://schemas.microsoft.com/office/powerpoint/2010/main" val="2895020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a">
  <a:themeElements>
    <a:clrScheme name="Carta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rta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a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7</TotalTime>
  <Words>69</Words>
  <Application>Microsoft Office PowerPoint</Application>
  <PresentationFormat>Presentazione su schermo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3" baseType="lpstr">
      <vt:lpstr>Carta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GRUPPO MERATE</dc:creator>
  <cp:lastModifiedBy>GRUPPO MERATE</cp:lastModifiedBy>
  <cp:revision>2</cp:revision>
  <dcterms:created xsi:type="dcterms:W3CDTF">2015-06-27T06:36:46Z</dcterms:created>
  <dcterms:modified xsi:type="dcterms:W3CDTF">2015-06-27T06:46:12Z</dcterms:modified>
</cp:coreProperties>
</file>