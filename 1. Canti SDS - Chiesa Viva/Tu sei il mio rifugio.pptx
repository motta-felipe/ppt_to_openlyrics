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3220F-905C-49E0-A587-E69C09BBC30F}" type="datetimeFigureOut">
              <a:rPr lang="it-IT" smtClean="0"/>
              <a:t>08/03/2015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80E4A-A04F-408C-9A97-47ABB20257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6681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3220F-905C-49E0-A587-E69C09BBC30F}" type="datetimeFigureOut">
              <a:rPr lang="it-IT" smtClean="0"/>
              <a:t>08/03/2015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80E4A-A04F-408C-9A97-47ABB20257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9376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3220F-905C-49E0-A587-E69C09BBC30F}" type="datetimeFigureOut">
              <a:rPr lang="it-IT" smtClean="0"/>
              <a:t>08/03/2015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80E4A-A04F-408C-9A97-47ABB20257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2690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3220F-905C-49E0-A587-E69C09BBC30F}" type="datetimeFigureOut">
              <a:rPr lang="it-IT" smtClean="0"/>
              <a:t>08/03/2015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80E4A-A04F-408C-9A97-47ABB20257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5497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3220F-905C-49E0-A587-E69C09BBC30F}" type="datetimeFigureOut">
              <a:rPr lang="it-IT" smtClean="0"/>
              <a:t>08/03/2015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80E4A-A04F-408C-9A97-47ABB20257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2876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3220F-905C-49E0-A587-E69C09BBC30F}" type="datetimeFigureOut">
              <a:rPr lang="it-IT" smtClean="0"/>
              <a:t>08/03/2015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80E4A-A04F-408C-9A97-47ABB20257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3411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3220F-905C-49E0-A587-E69C09BBC30F}" type="datetimeFigureOut">
              <a:rPr lang="it-IT" smtClean="0"/>
              <a:t>08/03/2015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80E4A-A04F-408C-9A97-47ABB20257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7198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3220F-905C-49E0-A587-E69C09BBC30F}" type="datetimeFigureOut">
              <a:rPr lang="it-IT" smtClean="0"/>
              <a:t>08/03/2015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80E4A-A04F-408C-9A97-47ABB20257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6410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3220F-905C-49E0-A587-E69C09BBC30F}" type="datetimeFigureOut">
              <a:rPr lang="it-IT" smtClean="0"/>
              <a:t>08/03/2015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80E4A-A04F-408C-9A97-47ABB20257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10871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3220F-905C-49E0-A587-E69C09BBC30F}" type="datetimeFigureOut">
              <a:rPr lang="it-IT" smtClean="0"/>
              <a:t>08/03/2015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80E4A-A04F-408C-9A97-47ABB20257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6962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3220F-905C-49E0-A587-E69C09BBC30F}" type="datetimeFigureOut">
              <a:rPr lang="it-IT" smtClean="0"/>
              <a:t>08/03/2015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80E4A-A04F-408C-9A97-47ABB20257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6084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3220F-905C-49E0-A587-E69C09BBC30F}" type="datetimeFigureOut">
              <a:rPr lang="it-IT" smtClean="0"/>
              <a:t>08/03/2015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80E4A-A04F-408C-9A97-47ABB20257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4017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566369"/>
          </a:xfrm>
        </p:spPr>
        <p:txBody>
          <a:bodyPr>
            <a:normAutofit/>
          </a:bodyPr>
          <a:lstStyle/>
          <a:p>
            <a:r>
              <a:rPr lang="it-IT" sz="8000" b="1" dirty="0" smtClean="0">
                <a:latin typeface="Copperplate Gothic Light" panose="020E0507020206020404" pitchFamily="34" charset="0"/>
              </a:rPr>
              <a:t>Tu Sei Il Mio Rifugio</a:t>
            </a:r>
            <a:endParaRPr lang="it-IT" sz="8000" b="1" dirty="0">
              <a:latin typeface="Copperplate Gothic Light" panose="020E05070202060204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249164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664857" y="447477"/>
            <a:ext cx="9144000" cy="6285040"/>
          </a:xfrm>
        </p:spPr>
        <p:txBody>
          <a:bodyPr>
            <a:noAutofit/>
          </a:bodyPr>
          <a:lstStyle/>
          <a:p>
            <a:r>
              <a:rPr lang="it-IT" dirty="0" smtClean="0">
                <a:latin typeface="Footlight MT Light" panose="0204060206030A020304" pitchFamily="18" charset="0"/>
              </a:rPr>
              <a:t>Rifugio sei per me,</a:t>
            </a:r>
            <a:br>
              <a:rPr lang="it-IT" dirty="0" smtClean="0">
                <a:latin typeface="Footlight MT Light" panose="0204060206030A020304" pitchFamily="18" charset="0"/>
              </a:rPr>
            </a:br>
            <a:r>
              <a:rPr lang="it-IT" dirty="0" smtClean="0">
                <a:latin typeface="Footlight MT Light" panose="0204060206030A020304" pitchFamily="18" charset="0"/>
              </a:rPr>
              <a:t>di canti riempi il cuore mio</a:t>
            </a:r>
            <a:br>
              <a:rPr lang="it-IT" dirty="0" smtClean="0">
                <a:latin typeface="Footlight MT Light" panose="0204060206030A020304" pitchFamily="18" charset="0"/>
              </a:rPr>
            </a:br>
            <a:r>
              <a:rPr lang="it-IT" dirty="0" smtClean="0">
                <a:latin typeface="Footlight MT Light" panose="0204060206030A020304" pitchFamily="18" charset="0"/>
              </a:rPr>
              <a:t>e se avrò timore io non mi arrenderò,</a:t>
            </a:r>
            <a:br>
              <a:rPr lang="it-IT" dirty="0" smtClean="0">
                <a:latin typeface="Footlight MT Light" panose="0204060206030A020304" pitchFamily="18" charset="0"/>
              </a:rPr>
            </a:br>
            <a:r>
              <a:rPr lang="it-IT" dirty="0" smtClean="0">
                <a:latin typeface="Footlight MT Light" panose="0204060206030A020304" pitchFamily="18" charset="0"/>
              </a:rPr>
              <a:t>avrò fede in te.</a:t>
            </a:r>
            <a:br>
              <a:rPr lang="it-IT" dirty="0" smtClean="0">
                <a:latin typeface="Footlight MT Light" panose="0204060206030A020304" pitchFamily="18" charset="0"/>
              </a:rPr>
            </a:br>
            <a:r>
              <a:rPr lang="it-IT" dirty="0" smtClean="0">
                <a:latin typeface="Footlight MT Light" panose="0204060206030A020304" pitchFamily="18" charset="0"/>
              </a:rPr>
              <a:t>Solamente in te possa il debole gridar:</a:t>
            </a:r>
            <a:br>
              <a:rPr lang="it-IT" dirty="0" smtClean="0">
                <a:latin typeface="Footlight MT Light" panose="0204060206030A020304" pitchFamily="18" charset="0"/>
              </a:rPr>
            </a:br>
            <a:r>
              <a:rPr lang="it-IT" dirty="0" smtClean="0">
                <a:latin typeface="Footlight MT Light" panose="0204060206030A020304" pitchFamily="18" charset="0"/>
              </a:rPr>
              <a:t>«La mia forza è in Gesù».</a:t>
            </a:r>
            <a:endParaRPr lang="it-IT" dirty="0">
              <a:latin typeface="Footlight MT Light" panose="0204060206030A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420475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38200" y="356616"/>
            <a:ext cx="10515600" cy="582034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6000" dirty="0" smtClean="0">
                <a:latin typeface="Footlight MT Light" panose="0204060206030A020304" pitchFamily="18" charset="0"/>
              </a:rPr>
              <a:t>Di giorno penso a te, la notte </a:t>
            </a:r>
            <a:r>
              <a:rPr lang="it-IT" sz="5600" dirty="0" smtClean="0">
                <a:latin typeface="Footlight MT Light" panose="0204060206030A020304" pitchFamily="18" charset="0"/>
              </a:rPr>
              <a:t>sogno</a:t>
            </a:r>
            <a:r>
              <a:rPr lang="it-IT" sz="6000" dirty="0" smtClean="0">
                <a:latin typeface="Footlight MT Light" panose="0204060206030A020304" pitchFamily="18" charset="0"/>
              </a:rPr>
              <a:t> te, mio Dio gioia e pace sono il dono che tu dai a me, Redentore mio. </a:t>
            </a:r>
          </a:p>
          <a:p>
            <a:pPr marL="0" indent="0" algn="ctr">
              <a:buNone/>
            </a:pPr>
            <a:r>
              <a:rPr lang="it-IT" sz="6000" dirty="0" smtClean="0">
                <a:latin typeface="Footlight MT Light" panose="0204060206030A020304" pitchFamily="18" charset="0"/>
              </a:rPr>
              <a:t>Solamente in te possa il debole gridar:</a:t>
            </a:r>
          </a:p>
          <a:p>
            <a:pPr marL="0" indent="0" algn="ctr">
              <a:buNone/>
            </a:pPr>
            <a:r>
              <a:rPr lang="it-IT" sz="6000" dirty="0" smtClean="0">
                <a:latin typeface="Footlight MT Light" panose="0204060206030A020304" pitchFamily="18" charset="0"/>
              </a:rPr>
              <a:t>«</a:t>
            </a:r>
            <a:r>
              <a:rPr lang="it-IT" sz="6000" dirty="0" smtClean="0">
                <a:latin typeface="Footlight MT Light" panose="0204060206030A020304" pitchFamily="18" charset="0"/>
              </a:rPr>
              <a:t>La </a:t>
            </a:r>
            <a:r>
              <a:rPr lang="it-IT" sz="6000" dirty="0" smtClean="0">
                <a:latin typeface="Footlight MT Light" panose="0204060206030A020304" pitchFamily="18" charset="0"/>
              </a:rPr>
              <a:t>mia forza è in Gesù»</a:t>
            </a:r>
            <a:endParaRPr lang="it-IT" sz="6000" dirty="0">
              <a:latin typeface="Footlight MT Light" panose="0204060206030A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764414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38200" y="359923"/>
            <a:ext cx="10515600" cy="581704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6000" dirty="0" smtClean="0">
                <a:latin typeface="Footlight MT Light" panose="0204060206030A020304" pitchFamily="18" charset="0"/>
              </a:rPr>
              <a:t>Tu sei rifugio mio, tu riempi sempre il mio cuor,</a:t>
            </a:r>
          </a:p>
          <a:p>
            <a:pPr marL="0" indent="0" algn="ctr">
              <a:buNone/>
            </a:pPr>
            <a:r>
              <a:rPr lang="it-IT" sz="6000" dirty="0" smtClean="0">
                <a:latin typeface="Footlight MT Light" panose="0204060206030A020304" pitchFamily="18" charset="0"/>
              </a:rPr>
              <a:t>E quando io avrò timore, son sicuro che, io confido in Te, io confido in Te!</a:t>
            </a:r>
          </a:p>
          <a:p>
            <a:pPr marL="0" indent="0" algn="ctr">
              <a:buNone/>
            </a:pPr>
            <a:r>
              <a:rPr lang="it-IT" sz="6000" dirty="0" smtClean="0">
                <a:latin typeface="Footlight MT Light" panose="0204060206030A020304" pitchFamily="18" charset="0"/>
              </a:rPr>
              <a:t>Anche se son debole, la mia forza è nel Signor, solamente in Te!</a:t>
            </a:r>
            <a:endParaRPr lang="it-IT" sz="6000" dirty="0">
              <a:latin typeface="Footlight MT Light" panose="0204060206030A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77116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102</Words>
  <Application>Microsoft Office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Copperplate Gothic Light</vt:lpstr>
      <vt:lpstr>Footlight MT Light</vt:lpstr>
      <vt:lpstr>Tema di Office</vt:lpstr>
      <vt:lpstr>Tu Sei Il Mio Rifugio</vt:lpstr>
      <vt:lpstr>Rifugio sei per me, di canti riempi il cuore mio e se avrò timore io non mi arrenderò, avrò fede in te. Solamente in te possa il debole gridar: «La mia forza è in Gesù».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Rifugio sei per me, di canti riempi il cuore mio e se avrò timore io non mi arrenderò, avrò fede in te. Solamente in te possa il debole gridar: «La mia forza è in Gesù».</dc:title>
  <dc:creator>Paolo Giametta</dc:creator>
  <cp:lastModifiedBy>Paolo Giametta</cp:lastModifiedBy>
  <cp:revision>3</cp:revision>
  <dcterms:created xsi:type="dcterms:W3CDTF">2015-03-08T12:03:18Z</dcterms:created>
  <dcterms:modified xsi:type="dcterms:W3CDTF">2015-03-08T14:15:13Z</dcterms:modified>
</cp:coreProperties>
</file>