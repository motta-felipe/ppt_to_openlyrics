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2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54265-783A-4213-A0E1-21374CD67472}" type="datetimeFigureOut">
              <a:rPr lang="it-IT" smtClean="0"/>
              <a:pPr/>
              <a:t>24/06/2023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91DE8-A275-408C-8769-1A737AABEF95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1464447" y="2646429"/>
            <a:ext cx="6215106" cy="1565142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742950" indent="-742950" algn="ctr"/>
            <a:r>
              <a:rPr lang="it-IT" sz="900" b="1" spc="50" dirty="0" err="1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Symbolum</a:t>
            </a:r>
            <a:endParaRPr lang="it-IT" sz="9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marL="742950" indent="-742950" algn="ctr"/>
            <a:r>
              <a:rPr lang="it-IT" sz="700" b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(Tu sei la mia vita)</a:t>
            </a:r>
          </a:p>
        </p:txBody>
      </p:sp>
    </p:spTree>
  </p:cSld>
  <p:clrMapOvr>
    <a:masterClrMapping/>
  </p:clrMapOvr>
  <p:transition advTm="5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500034" y="785794"/>
            <a:ext cx="780974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it-IT" sz="40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Tu sei la mia vita, altro io non ho.</a:t>
            </a:r>
          </a:p>
          <a:p>
            <a:pPr hangingPunct="0"/>
            <a:r>
              <a:rPr lang="it-IT" sz="40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Tu sei la mia strada, la mia verità.</a:t>
            </a:r>
          </a:p>
          <a:p>
            <a:pPr hangingPunct="0"/>
            <a:r>
              <a:rPr lang="it-IT" sz="40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Nella tua parola io camminerò,</a:t>
            </a:r>
          </a:p>
          <a:p>
            <a:pPr hangingPunct="0"/>
            <a:r>
              <a:rPr lang="it-IT" sz="4000" b="1" dirty="0" err="1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finchè</a:t>
            </a:r>
            <a:r>
              <a:rPr lang="it-IT" sz="40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 avrò respiro </a:t>
            </a:r>
          </a:p>
          <a:p>
            <a:pPr hangingPunct="0"/>
            <a:r>
              <a:rPr lang="it-IT" sz="40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fino a quando tu  vorrai.</a:t>
            </a:r>
          </a:p>
          <a:p>
            <a:pPr hangingPunct="0"/>
            <a:r>
              <a:rPr lang="it-IT" sz="40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Non avrò paura sai </a:t>
            </a:r>
          </a:p>
          <a:p>
            <a:pPr hangingPunct="0"/>
            <a:r>
              <a:rPr lang="it-IT" sz="40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se tu sei con me.</a:t>
            </a:r>
          </a:p>
          <a:p>
            <a:pPr hangingPunct="0"/>
            <a:r>
              <a:rPr lang="it-IT" sz="40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Io ti prego resta con me.</a:t>
            </a:r>
            <a:endParaRPr lang="it-IT" sz="4000" dirty="0">
              <a:solidFill>
                <a:srgbClr val="C0000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ransition advTm="37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500034" y="1000108"/>
            <a:ext cx="761291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Credo in te, Signore, nato da Maria;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figlio eterno e santo, uomo come noi.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Morto per amore, vivo in mezzo a noi,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una cosa sola con il Padre e tutti noi;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fino a quando, io lo so, tu ritornerai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per aprirci il regno di Dio.</a:t>
            </a:r>
          </a:p>
        </p:txBody>
      </p:sp>
    </p:spTree>
  </p:cSld>
  <p:clrMapOvr>
    <a:masterClrMapping/>
  </p:clrMapOvr>
  <p:transition advTm="38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571472" y="1000108"/>
            <a:ext cx="701095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Tu sei la mia forza, altro io non ho.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Tu sei la mia pace, la mia libertà.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Niente, nella vita, ci separerà;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so che la tua mano forte 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non mi lascerà.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So che da ogni male tu mi libererai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 nel tuo perdono vivrò.</a:t>
            </a:r>
          </a:p>
        </p:txBody>
      </p:sp>
    </p:spTree>
  </p:cSld>
  <p:clrMapOvr>
    <a:masterClrMapping/>
  </p:clrMapOvr>
  <p:transition advTm="37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37708" y="1166842"/>
            <a:ext cx="746858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Padre della vita, noi crediamo in te.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Figlio salvatore, noi speriamo in te.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Spirito d’amore, vieni in mezzo a noi;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tu da mille strade ci raduni in unità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 per mille strade, poi, dove tu vorrai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noi saremo i figli di Dio,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Noi saremo i figli di Dio,</a:t>
            </a:r>
          </a:p>
          <a:p>
            <a:pPr hangingPunct="0"/>
            <a:r>
              <a:rPr lang="it-IT" sz="3600" b="1" dirty="0"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Noi saremo i figli di Dio.</a:t>
            </a:r>
          </a:p>
        </p:txBody>
      </p:sp>
    </p:spTree>
  </p:cSld>
  <p:clrMapOvr>
    <a:masterClrMapping/>
  </p:clrMapOvr>
  <p:transition advTm="52000"/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235</Words>
  <Application>Microsoft Office PowerPoint</Application>
  <PresentationFormat>Presentazione su schermo 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8" baseType="lpstr">
      <vt:lpstr>Arial</vt:lpstr>
      <vt:lpstr>Calibri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Giuseppe</dc:creator>
  <cp:lastModifiedBy>Chiesa Merate</cp:lastModifiedBy>
  <cp:revision>10</cp:revision>
  <dcterms:created xsi:type="dcterms:W3CDTF">2010-04-19T21:06:33Z</dcterms:created>
  <dcterms:modified xsi:type="dcterms:W3CDTF">2023-06-24T07:39:37Z</dcterms:modified>
</cp:coreProperties>
</file>