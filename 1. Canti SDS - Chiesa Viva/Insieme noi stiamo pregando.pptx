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7EF1"/>
    <a:srgbClr val="1C52EC"/>
    <a:srgbClr val="1932EF"/>
    <a:srgbClr val="F08F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54" d="100"/>
          <a:sy n="54" d="100"/>
        </p:scale>
        <p:origin x="-648" y="-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A30A6-38B5-411E-8764-E13A480B4BF7}" type="datetimeFigureOut">
              <a:rPr lang="it-IT" smtClean="0"/>
              <a:t>28/06/2014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DE9E9-35AB-4B3F-BCF3-AA75B22D524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38866991"/>
      </p:ext>
    </p:extLst>
  </p:cSld>
  <p:clrMapOvr>
    <a:masterClrMapping/>
  </p:clrMapOvr>
  <p:transition>
    <p:dissolv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A30A6-38B5-411E-8764-E13A480B4BF7}" type="datetimeFigureOut">
              <a:rPr lang="it-IT" smtClean="0"/>
              <a:t>28/06/2014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DE9E9-35AB-4B3F-BCF3-AA75B22D524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60892853"/>
      </p:ext>
    </p:extLst>
  </p:cSld>
  <p:clrMapOvr>
    <a:masterClrMapping/>
  </p:clrMapOvr>
  <p:transition>
    <p:dissolv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A30A6-38B5-411E-8764-E13A480B4BF7}" type="datetimeFigureOut">
              <a:rPr lang="it-IT" smtClean="0"/>
              <a:t>28/06/2014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DE9E9-35AB-4B3F-BCF3-AA75B22D524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98030914"/>
      </p:ext>
    </p:extLst>
  </p:cSld>
  <p:clrMapOvr>
    <a:masterClrMapping/>
  </p:clrMapOvr>
  <p:transition>
    <p:dissolv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A30A6-38B5-411E-8764-E13A480B4BF7}" type="datetimeFigureOut">
              <a:rPr lang="it-IT" smtClean="0"/>
              <a:t>28/06/2014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DE9E9-35AB-4B3F-BCF3-AA75B22D524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10918671"/>
      </p:ext>
    </p:extLst>
  </p:cSld>
  <p:clrMapOvr>
    <a:masterClrMapping/>
  </p:clrMapOvr>
  <p:transition>
    <p:dissolv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A30A6-38B5-411E-8764-E13A480B4BF7}" type="datetimeFigureOut">
              <a:rPr lang="it-IT" smtClean="0"/>
              <a:t>28/06/2014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DE9E9-35AB-4B3F-BCF3-AA75B22D524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39424149"/>
      </p:ext>
    </p:extLst>
  </p:cSld>
  <p:clrMapOvr>
    <a:masterClrMapping/>
  </p:clrMapOvr>
  <p:transition>
    <p:dissolv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A30A6-38B5-411E-8764-E13A480B4BF7}" type="datetimeFigureOut">
              <a:rPr lang="it-IT" smtClean="0"/>
              <a:t>28/06/2014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DE9E9-35AB-4B3F-BCF3-AA75B22D524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85607428"/>
      </p:ext>
    </p:extLst>
  </p:cSld>
  <p:clrMapOvr>
    <a:masterClrMapping/>
  </p:clrMapOvr>
  <p:transition>
    <p:dissolv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A30A6-38B5-411E-8764-E13A480B4BF7}" type="datetimeFigureOut">
              <a:rPr lang="it-IT" smtClean="0"/>
              <a:t>28/06/2014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DE9E9-35AB-4B3F-BCF3-AA75B22D524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05803679"/>
      </p:ext>
    </p:extLst>
  </p:cSld>
  <p:clrMapOvr>
    <a:masterClrMapping/>
  </p:clrMapOvr>
  <p:transition>
    <p:dissolv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A30A6-38B5-411E-8764-E13A480B4BF7}" type="datetimeFigureOut">
              <a:rPr lang="it-IT" smtClean="0"/>
              <a:t>28/06/2014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DE9E9-35AB-4B3F-BCF3-AA75B22D524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36605387"/>
      </p:ext>
    </p:extLst>
  </p:cSld>
  <p:clrMapOvr>
    <a:masterClrMapping/>
  </p:clrMapOvr>
  <p:transition>
    <p:dissolv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A30A6-38B5-411E-8764-E13A480B4BF7}" type="datetimeFigureOut">
              <a:rPr lang="it-IT" smtClean="0"/>
              <a:t>28/06/2014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DE9E9-35AB-4B3F-BCF3-AA75B22D524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07857643"/>
      </p:ext>
    </p:extLst>
  </p:cSld>
  <p:clrMapOvr>
    <a:masterClrMapping/>
  </p:clrMapOvr>
  <p:transition>
    <p:dissolv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A30A6-38B5-411E-8764-E13A480B4BF7}" type="datetimeFigureOut">
              <a:rPr lang="it-IT" smtClean="0"/>
              <a:t>28/06/2014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DE9E9-35AB-4B3F-BCF3-AA75B22D524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9102737"/>
      </p:ext>
    </p:extLst>
  </p:cSld>
  <p:clrMapOvr>
    <a:masterClrMapping/>
  </p:clrMapOvr>
  <p:transition>
    <p:dissolv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A30A6-38B5-411E-8764-E13A480B4BF7}" type="datetimeFigureOut">
              <a:rPr lang="it-IT" smtClean="0"/>
              <a:t>28/06/2014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DE9E9-35AB-4B3F-BCF3-AA75B22D524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3701054"/>
      </p:ext>
    </p:extLst>
  </p:cSld>
  <p:clrMapOvr>
    <a:masterClrMapping/>
  </p:clrMapOvr>
  <p:transition>
    <p:dissolv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92D050"/>
            </a:gs>
            <a:gs pos="35000">
              <a:srgbClr val="F08F0E"/>
            </a:gs>
            <a:gs pos="70000">
              <a:srgbClr val="557EF1"/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AA30A6-38B5-411E-8764-E13A480B4BF7}" type="datetimeFigureOut">
              <a:rPr lang="it-IT" smtClean="0"/>
              <a:t>28/06/2014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8DE9E9-35AB-4B3F-BCF3-AA75B22D524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26103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dissolv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/>
          <p:cNvSpPr/>
          <p:nvPr/>
        </p:nvSpPr>
        <p:spPr>
          <a:xfrm>
            <a:off x="426834" y="2529454"/>
            <a:ext cx="11055014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7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Insieme noi stiamo pregando</a:t>
            </a:r>
          </a:p>
        </p:txBody>
      </p:sp>
    </p:spTree>
    <p:extLst>
      <p:ext uri="{BB962C8B-B14F-4D97-AF65-F5344CB8AC3E}">
        <p14:creationId xmlns:p14="http://schemas.microsoft.com/office/powerpoint/2010/main" val="1628083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549664" y="618186"/>
            <a:ext cx="11122722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8800" dirty="0" smtClean="0"/>
              <a:t>Insieme noi stiamo pregando il Signore: chiediamo a </a:t>
            </a:r>
            <a:r>
              <a:rPr lang="it-IT" sz="8800" dirty="0" smtClean="0"/>
              <a:t>lui pace, </a:t>
            </a:r>
            <a:r>
              <a:rPr lang="it-IT" sz="8800" dirty="0" smtClean="0"/>
              <a:t>speranza e pietà.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70946163"/>
      </p:ext>
    </p:extLst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549664" y="618186"/>
            <a:ext cx="11122722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8800" dirty="0" smtClean="0"/>
              <a:t>Fiducia e certezza abbiamo nel suo amore: cantiamo al Signor, alla sua maestà.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79197710"/>
      </p:ext>
    </p:extLst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549664" y="618186"/>
            <a:ext cx="11122722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8800" dirty="0" smtClean="0"/>
              <a:t>Vicino a noi sei, o Signor della luce;</a:t>
            </a:r>
          </a:p>
          <a:p>
            <a:pPr algn="ctr"/>
            <a:r>
              <a:rPr lang="it-IT" sz="8800" dirty="0" smtClean="0"/>
              <a:t>Con noi tu cammini o dolce Gesù</a:t>
            </a:r>
            <a:endParaRPr lang="it-IT" sz="8800" dirty="0"/>
          </a:p>
        </p:txBody>
      </p:sp>
    </p:spTree>
    <p:extLst>
      <p:ext uri="{BB962C8B-B14F-4D97-AF65-F5344CB8AC3E}">
        <p14:creationId xmlns:p14="http://schemas.microsoft.com/office/powerpoint/2010/main" val="2306242213"/>
      </p:ext>
    </p:extLst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549664" y="618186"/>
            <a:ext cx="11122722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8800" dirty="0" smtClean="0"/>
              <a:t>Al bene, a salute la </a:t>
            </a:r>
            <a:r>
              <a:rPr lang="it-IT" sz="8800" smtClean="0"/>
              <a:t>mano tua conduce</a:t>
            </a:r>
            <a:r>
              <a:rPr lang="it-IT" sz="8800" dirty="0" smtClean="0"/>
              <a:t>: cantiamo a te, Signor, al tuo trono lassù.</a:t>
            </a:r>
            <a:endParaRPr lang="it-IT" sz="8800" dirty="0"/>
          </a:p>
        </p:txBody>
      </p:sp>
    </p:spTree>
    <p:extLst>
      <p:ext uri="{BB962C8B-B14F-4D97-AF65-F5344CB8AC3E}">
        <p14:creationId xmlns:p14="http://schemas.microsoft.com/office/powerpoint/2010/main" val="894518037"/>
      </p:ext>
    </p:extLst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74</Words>
  <Application>Microsoft Office PowerPoint</Application>
  <PresentationFormat>Personalizzato</PresentationFormat>
  <Paragraphs>6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6" baseType="lpstr"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Antonio</dc:creator>
  <cp:lastModifiedBy>GRUPPO MERATE</cp:lastModifiedBy>
  <cp:revision>3</cp:revision>
  <dcterms:created xsi:type="dcterms:W3CDTF">2014-06-19T11:47:14Z</dcterms:created>
  <dcterms:modified xsi:type="dcterms:W3CDTF">2014-06-28T07:03:35Z</dcterms:modified>
</cp:coreProperties>
</file>