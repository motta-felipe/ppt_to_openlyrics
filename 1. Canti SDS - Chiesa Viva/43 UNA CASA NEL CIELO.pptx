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-648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40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420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246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44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241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316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29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7919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339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550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089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4DB1C-8F3B-43AE-9D36-F32670E7B1A1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13F91-FCC0-4EE9-A997-10A2108948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7897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/>
          <p:cNvSpPr/>
          <p:nvPr/>
        </p:nvSpPr>
        <p:spPr>
          <a:xfrm>
            <a:off x="0" y="2542332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8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Una casa nel cielo</a:t>
            </a:r>
            <a:endParaRPr lang="it-IT" sz="8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919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326524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Io ho una casa </a:t>
            </a:r>
            <a:r>
              <a:rPr lang="it-IT" sz="6600" dirty="0" err="1" smtClean="0"/>
              <a:t>lassu</a:t>
            </a:r>
            <a:r>
              <a:rPr lang="it-IT" sz="6600" dirty="0" smtClean="0"/>
              <a:t>, su nel cielo,</a:t>
            </a:r>
          </a:p>
          <a:p>
            <a:pPr algn="ctr"/>
            <a:r>
              <a:rPr lang="it-IT" sz="6600" dirty="0" smtClean="0"/>
              <a:t>Oltre le stelle dove vive Gesù,</a:t>
            </a:r>
          </a:p>
          <a:p>
            <a:pPr algn="ctr"/>
            <a:r>
              <a:rPr lang="it-IT" sz="6600" dirty="0" smtClean="0"/>
              <a:t>In quella casa felici saremo,</a:t>
            </a:r>
          </a:p>
          <a:p>
            <a:pPr algn="ctr"/>
            <a:r>
              <a:rPr lang="it-IT" sz="6600" dirty="0" err="1" smtClean="0"/>
              <a:t>Perchè</a:t>
            </a:r>
            <a:r>
              <a:rPr lang="it-IT" sz="6600" dirty="0" smtClean="0"/>
              <a:t> il dolore non ci </a:t>
            </a:r>
            <a:r>
              <a:rPr lang="it-IT" sz="6600" smtClean="0"/>
              <a:t>sarà più.</a:t>
            </a: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360226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326524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Si ho una casa lassù, su nel cielo,</a:t>
            </a:r>
          </a:p>
          <a:p>
            <a:pPr algn="ctr"/>
            <a:r>
              <a:rPr lang="it-IT" sz="6600" dirty="0" smtClean="0"/>
              <a:t>Che il mio signore a me donerà</a:t>
            </a:r>
          </a:p>
          <a:p>
            <a:pPr algn="ctr"/>
            <a:r>
              <a:rPr lang="it-IT" sz="6600" dirty="0" smtClean="0"/>
              <a:t>Si, ho una casa lassù nel cielo,</a:t>
            </a:r>
          </a:p>
          <a:p>
            <a:pPr algn="ctr"/>
            <a:r>
              <a:rPr lang="it-IT" sz="6600" dirty="0" smtClean="0"/>
              <a:t>Dove in eterno con Lui vivrò</a:t>
            </a: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347607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326524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Gesù ritorna per darmi la vita,</a:t>
            </a:r>
          </a:p>
          <a:p>
            <a:pPr algn="ctr"/>
            <a:r>
              <a:rPr lang="it-IT" sz="6600" dirty="0" smtClean="0"/>
              <a:t>Ed una casa proprio tutta per me</a:t>
            </a:r>
          </a:p>
          <a:p>
            <a:pPr algn="ctr"/>
            <a:r>
              <a:rPr lang="it-IT" sz="6600" dirty="0" smtClean="0"/>
              <a:t>In quella casa per sempre felici,</a:t>
            </a:r>
          </a:p>
          <a:p>
            <a:pPr algn="ctr"/>
            <a:r>
              <a:rPr lang="it-IT" sz="6600" dirty="0" smtClean="0"/>
              <a:t>In sua presenza con gioia </a:t>
            </a:r>
            <a:r>
              <a:rPr lang="it-IT" sz="6600" dirty="0" err="1" smtClean="0"/>
              <a:t>vivrem</a:t>
            </a:r>
            <a:r>
              <a:rPr lang="it-IT" sz="6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027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326524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Si ho una casa lassù, su nel cielo,</a:t>
            </a:r>
          </a:p>
          <a:p>
            <a:pPr algn="ctr"/>
            <a:r>
              <a:rPr lang="it-IT" sz="6600" dirty="0" smtClean="0"/>
              <a:t>Che il mio signore a me donerà</a:t>
            </a:r>
          </a:p>
          <a:p>
            <a:pPr algn="ctr"/>
            <a:r>
              <a:rPr lang="it-IT" sz="6600" dirty="0" smtClean="0"/>
              <a:t>Si, ho una casa lassù nel cielo,</a:t>
            </a:r>
          </a:p>
          <a:p>
            <a:pPr algn="ctr"/>
            <a:r>
              <a:rPr lang="it-IT" sz="6600" dirty="0" smtClean="0"/>
              <a:t>Dove in eterno con Lui vivrò</a:t>
            </a: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89098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326524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Con i fratelli saremmo felici,</a:t>
            </a:r>
          </a:p>
          <a:p>
            <a:pPr algn="ctr"/>
            <a:r>
              <a:rPr lang="it-IT" sz="6600" dirty="0" smtClean="0"/>
              <a:t>I santi angeli gioiranno con noi,</a:t>
            </a:r>
          </a:p>
          <a:p>
            <a:pPr algn="ctr"/>
            <a:r>
              <a:rPr lang="it-IT" sz="6600" dirty="0" smtClean="0"/>
              <a:t>Abbracceremo i santi profeti,</a:t>
            </a:r>
          </a:p>
          <a:p>
            <a:pPr algn="ctr"/>
            <a:r>
              <a:rPr lang="it-IT" sz="6600" dirty="0" smtClean="0"/>
              <a:t>E tutti insieme in eterno </a:t>
            </a:r>
            <a:r>
              <a:rPr lang="it-IT" sz="6600" dirty="0" err="1" smtClean="0"/>
              <a:t>vivrem</a:t>
            </a:r>
            <a:r>
              <a:rPr lang="it-IT" sz="6600" dirty="0" smtClean="0"/>
              <a:t>.</a:t>
            </a: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50020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326524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Si ho una casa lassù, su nel cielo,</a:t>
            </a:r>
          </a:p>
          <a:p>
            <a:pPr algn="ctr"/>
            <a:r>
              <a:rPr lang="it-IT" sz="6600" dirty="0" smtClean="0"/>
              <a:t>Che il mio signore a me donerà</a:t>
            </a:r>
          </a:p>
          <a:p>
            <a:pPr algn="ctr"/>
            <a:r>
              <a:rPr lang="it-IT" sz="6600" dirty="0" smtClean="0"/>
              <a:t>Si, ho una casa lassù nel cielo,</a:t>
            </a:r>
          </a:p>
          <a:p>
            <a:pPr algn="ctr"/>
            <a:r>
              <a:rPr lang="it-IT" sz="6600" dirty="0" smtClean="0"/>
              <a:t>Dove in eterno con Lui vivrò</a:t>
            </a: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197976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184</Words>
  <Application>Microsoft Office PowerPoint</Application>
  <PresentationFormat>Personalizzato</PresentationFormat>
  <Paragraphs>25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Gioele Rigitano</dc:creator>
  <cp:lastModifiedBy>GRUPPO MERATE</cp:lastModifiedBy>
  <cp:revision>4</cp:revision>
  <dcterms:created xsi:type="dcterms:W3CDTF">2014-03-28T15:35:36Z</dcterms:created>
  <dcterms:modified xsi:type="dcterms:W3CDTF">2014-03-29T08:28:36Z</dcterms:modified>
</cp:coreProperties>
</file>