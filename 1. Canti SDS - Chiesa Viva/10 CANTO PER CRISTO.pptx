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7575"/>
    <a:srgbClr val="5378EF"/>
    <a:srgbClr val="FB0303"/>
    <a:srgbClr val="B355D9"/>
    <a:srgbClr val="A83DD3"/>
    <a:srgbClr val="8828AE"/>
    <a:srgbClr val="70218F"/>
    <a:srgbClr val="A145A1"/>
    <a:srgbClr val="FC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-202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24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4577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870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477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73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613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939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461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22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724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87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72FCF-EE9B-4C74-9E96-C0419506B5EB}" type="datetimeFigureOut">
              <a:rPr lang="it-IT" smtClean="0"/>
              <a:t>07/03/2014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A143-9BF9-47F8-87E7-70468EE68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733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870489" y="3811012"/>
            <a:ext cx="5976000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96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Canto per Cristo</a:t>
            </a:r>
            <a:endParaRPr lang="it-IT" sz="9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1143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7575"/>
            </a:gs>
            <a:gs pos="35000">
              <a:srgbClr val="B355D9"/>
            </a:gs>
            <a:gs pos="70000">
              <a:srgbClr val="5378EF"/>
            </a:gs>
            <a:gs pos="100000">
              <a:srgbClr val="FB757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746975" y="643943"/>
            <a:ext cx="1057355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/>
              <a:t>Canto per Cristo che mi libererà,</a:t>
            </a:r>
          </a:p>
          <a:p>
            <a:pPr algn="ctr"/>
            <a:r>
              <a:rPr lang="it-IT" sz="7200" smtClean="0"/>
              <a:t>Quando verrà </a:t>
            </a:r>
            <a:r>
              <a:rPr lang="it-IT" sz="7200" dirty="0" smtClean="0"/>
              <a:t>nella gloria,</a:t>
            </a:r>
          </a:p>
          <a:p>
            <a:pPr algn="ctr"/>
            <a:r>
              <a:rPr lang="it-IT" sz="7200" dirty="0" smtClean="0"/>
              <a:t>Quando la vita per lui rinascerà, </a:t>
            </a:r>
            <a:r>
              <a:rPr lang="it-IT" sz="7200" dirty="0" err="1" smtClean="0"/>
              <a:t>allelu</a:t>
            </a:r>
            <a:r>
              <a:rPr lang="it-IT" sz="7200" dirty="0" smtClean="0"/>
              <a:t> alleluia</a:t>
            </a:r>
          </a:p>
        </p:txBody>
      </p:sp>
    </p:spTree>
    <p:extLst>
      <p:ext uri="{BB962C8B-B14F-4D97-AF65-F5344CB8AC3E}">
        <p14:creationId xmlns:p14="http://schemas.microsoft.com/office/powerpoint/2010/main" val="11047395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7575"/>
            </a:gs>
            <a:gs pos="35000">
              <a:srgbClr val="B355D9"/>
            </a:gs>
            <a:gs pos="70000">
              <a:srgbClr val="5378EF"/>
            </a:gs>
            <a:gs pos="100000">
              <a:srgbClr val="FB757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7126" y="1262130"/>
            <a:ext cx="103546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Alleluia, alleluia, alleluia, </a:t>
            </a:r>
            <a:r>
              <a:rPr lang="it-IT" sz="9600" dirty="0" err="1" smtClean="0"/>
              <a:t>allelu</a:t>
            </a:r>
            <a:r>
              <a:rPr lang="it-IT" sz="9600" dirty="0" smtClean="0"/>
              <a:t>, alleluia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39099250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7575"/>
            </a:gs>
            <a:gs pos="35000">
              <a:srgbClr val="B355D9"/>
            </a:gs>
            <a:gs pos="70000">
              <a:srgbClr val="5378EF"/>
            </a:gs>
            <a:gs pos="100000">
              <a:srgbClr val="FB757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347731" y="1352282"/>
            <a:ext cx="1121749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Canto per Cristo in lui rifiorirà</a:t>
            </a:r>
          </a:p>
          <a:p>
            <a:pPr algn="ctr"/>
            <a:r>
              <a:rPr lang="it-IT" sz="6600" dirty="0" smtClean="0"/>
              <a:t>Ogni speranza perduta,</a:t>
            </a:r>
          </a:p>
          <a:p>
            <a:pPr algn="ctr"/>
            <a:r>
              <a:rPr lang="it-IT" sz="6600" dirty="0" smtClean="0"/>
              <a:t>Ogni creatura con lui risorgerà, alleluia, alleluia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17387858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7575"/>
            </a:gs>
            <a:gs pos="35000">
              <a:srgbClr val="B355D9"/>
            </a:gs>
            <a:gs pos="70000">
              <a:srgbClr val="5378EF"/>
            </a:gs>
            <a:gs pos="100000">
              <a:srgbClr val="FB757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7126" y="1262130"/>
            <a:ext cx="103546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Alleluia, alleluia, alleluia, </a:t>
            </a:r>
            <a:r>
              <a:rPr lang="it-IT" sz="9600" dirty="0" err="1" smtClean="0"/>
              <a:t>allelu</a:t>
            </a:r>
            <a:r>
              <a:rPr lang="it-IT" sz="9600" dirty="0" smtClean="0"/>
              <a:t>, alleluia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37524127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7575"/>
            </a:gs>
            <a:gs pos="35000">
              <a:srgbClr val="B355D9"/>
            </a:gs>
            <a:gs pos="70000">
              <a:srgbClr val="5378EF"/>
            </a:gs>
            <a:gs pos="100000">
              <a:srgbClr val="FB757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334850" y="399245"/>
            <a:ext cx="1151371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Canto per Cristo, un giorno tornerà,</a:t>
            </a:r>
          </a:p>
          <a:p>
            <a:pPr algn="ctr"/>
            <a:r>
              <a:rPr lang="it-IT" sz="6600" dirty="0" smtClean="0"/>
              <a:t>Festa per tutti gli amici,</a:t>
            </a:r>
          </a:p>
          <a:p>
            <a:pPr algn="ctr"/>
            <a:r>
              <a:rPr lang="it-IT" sz="6600" dirty="0" smtClean="0"/>
              <a:t>Festa di un giorno che più non morirà </a:t>
            </a:r>
          </a:p>
          <a:p>
            <a:pPr algn="ctr"/>
            <a:r>
              <a:rPr lang="it-IT" sz="6600" dirty="0" smtClean="0"/>
              <a:t>Alleluia, alleluia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23442234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7575"/>
            </a:gs>
            <a:gs pos="35000">
              <a:srgbClr val="B355D9"/>
            </a:gs>
            <a:gs pos="70000">
              <a:srgbClr val="5378EF"/>
            </a:gs>
            <a:gs pos="100000">
              <a:srgbClr val="FB757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7126" y="1262130"/>
            <a:ext cx="103546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Alleluia, alleluia, alleluia, </a:t>
            </a:r>
            <a:r>
              <a:rPr lang="it-IT" sz="9600" dirty="0" err="1" smtClean="0"/>
              <a:t>allelu</a:t>
            </a:r>
            <a:r>
              <a:rPr lang="it-IT" sz="9600" dirty="0" smtClean="0"/>
              <a:t>, alleluia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358966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95</Words>
  <Application>Microsoft Office PowerPoint</Application>
  <PresentationFormat>Personalizzato</PresentationFormat>
  <Paragraphs>14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Gioele Rigitano</dc:creator>
  <cp:lastModifiedBy>GRUPPO MERATE</cp:lastModifiedBy>
  <cp:revision>7</cp:revision>
  <dcterms:created xsi:type="dcterms:W3CDTF">2014-03-05T20:29:00Z</dcterms:created>
  <dcterms:modified xsi:type="dcterms:W3CDTF">2014-03-07T19:37:52Z</dcterms:modified>
</cp:coreProperties>
</file>