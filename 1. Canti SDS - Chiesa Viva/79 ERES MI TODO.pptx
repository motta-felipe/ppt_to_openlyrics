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CCFF99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>
        <p:scale>
          <a:sx n="80" d="100"/>
          <a:sy n="80" d="100"/>
        </p:scale>
        <p:origin x="-342" y="7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DD717-80C3-4B3B-80DD-66C70E2F9ABB}" type="datetimeFigureOut">
              <a:rPr lang="it-IT" smtClean="0"/>
              <a:t>30/06/2017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010F-F050-448A-A8B9-DCFD8E288B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4390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DD717-80C3-4B3B-80DD-66C70E2F9ABB}" type="datetimeFigureOut">
              <a:rPr lang="it-IT" smtClean="0"/>
              <a:t>30/06/2017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010F-F050-448A-A8B9-DCFD8E288B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5231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DD717-80C3-4B3B-80DD-66C70E2F9ABB}" type="datetimeFigureOut">
              <a:rPr lang="it-IT" smtClean="0"/>
              <a:t>30/06/2017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010F-F050-448A-A8B9-DCFD8E288B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0689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DD717-80C3-4B3B-80DD-66C70E2F9ABB}" type="datetimeFigureOut">
              <a:rPr lang="it-IT" smtClean="0"/>
              <a:t>30/06/2017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010F-F050-448A-A8B9-DCFD8E288B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2565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DD717-80C3-4B3B-80DD-66C70E2F9ABB}" type="datetimeFigureOut">
              <a:rPr lang="it-IT" smtClean="0"/>
              <a:t>30/06/2017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010F-F050-448A-A8B9-DCFD8E288B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7829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DD717-80C3-4B3B-80DD-66C70E2F9ABB}" type="datetimeFigureOut">
              <a:rPr lang="it-IT" smtClean="0"/>
              <a:t>30/06/2017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010F-F050-448A-A8B9-DCFD8E288B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08430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DD717-80C3-4B3B-80DD-66C70E2F9ABB}" type="datetimeFigureOut">
              <a:rPr lang="it-IT" smtClean="0"/>
              <a:t>30/06/2017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010F-F050-448A-A8B9-DCFD8E288B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3842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DD717-80C3-4B3B-80DD-66C70E2F9ABB}" type="datetimeFigureOut">
              <a:rPr lang="it-IT" smtClean="0"/>
              <a:t>30/06/2017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010F-F050-448A-A8B9-DCFD8E288B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90060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DD717-80C3-4B3B-80DD-66C70E2F9ABB}" type="datetimeFigureOut">
              <a:rPr lang="it-IT" smtClean="0"/>
              <a:t>30/06/2017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010F-F050-448A-A8B9-DCFD8E288B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7157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DD717-80C3-4B3B-80DD-66C70E2F9ABB}" type="datetimeFigureOut">
              <a:rPr lang="it-IT" smtClean="0"/>
              <a:t>30/06/2017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010F-F050-448A-A8B9-DCFD8E288B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5369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DD717-80C3-4B3B-80DD-66C70E2F9ABB}" type="datetimeFigureOut">
              <a:rPr lang="it-IT" smtClean="0"/>
              <a:t>30/06/2017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010F-F050-448A-A8B9-DCFD8E288B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0163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2DD717-80C3-4B3B-80DD-66C70E2F9ABB}" type="datetimeFigureOut">
              <a:rPr lang="it-IT" smtClean="0"/>
              <a:t>30/06/2017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4010F-F050-448A-A8B9-DCFD8E288B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9295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485900" y="2284413"/>
            <a:ext cx="9144000" cy="2387600"/>
          </a:xfrm>
        </p:spPr>
        <p:txBody>
          <a:bodyPr anchor="ctr">
            <a:normAutofit/>
          </a:bodyPr>
          <a:lstStyle/>
          <a:p>
            <a:r>
              <a:rPr lang="it-IT" sz="9600" dirty="0" smtClean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ERES MI TODO</a:t>
            </a:r>
            <a:endParaRPr lang="it-IT" sz="9600" dirty="0">
              <a:solidFill>
                <a:srgbClr val="FFFFCC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55471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62309" y="327804"/>
            <a:ext cx="11515366" cy="6225396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s-ES" sz="66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Tú eres mi fuerza y mi poder </a:t>
            </a:r>
            <a:br>
              <a:rPr lang="es-ES" sz="66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r>
              <a:rPr lang="es-ES" sz="66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el gran tesoro que busqué </a:t>
            </a:r>
            <a:br>
              <a:rPr lang="es-ES" sz="66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r>
              <a:rPr lang="es-ES" sz="66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eres mi todo </a:t>
            </a:r>
            <a:r>
              <a:rPr lang="es-ES" sz="6600" dirty="0" smtClean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Dios.</a:t>
            </a:r>
          </a:p>
          <a:p>
            <a:pPr marL="0" indent="0" algn="ctr">
              <a:buNone/>
            </a:pPr>
            <a:r>
              <a:rPr lang="es-ES" sz="66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Perla de precio sin igual </a:t>
            </a:r>
            <a:br>
              <a:rPr lang="es-ES" sz="66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r>
              <a:rPr lang="es-ES" sz="66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nunca tu amor podré dejar </a:t>
            </a:r>
            <a:br>
              <a:rPr lang="es-ES" sz="66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r>
              <a:rPr lang="es-ES" sz="66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eres mi todo </a:t>
            </a:r>
            <a:r>
              <a:rPr lang="es-ES" sz="6600" dirty="0" smtClean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Dios.</a:t>
            </a:r>
            <a:endParaRPr lang="it-IT" sz="6600" dirty="0">
              <a:solidFill>
                <a:srgbClr val="FFFFCC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58484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38200" y="323850"/>
            <a:ext cx="10515600" cy="6086475"/>
          </a:xfrm>
        </p:spPr>
        <p:txBody>
          <a:bodyPr anchor="ctr">
            <a:noAutofit/>
          </a:bodyPr>
          <a:lstStyle/>
          <a:p>
            <a:pPr marL="0" indent="0" algn="ctr">
              <a:buNone/>
            </a:pPr>
            <a:endParaRPr lang="it-IT" sz="8000" dirty="0">
              <a:solidFill>
                <a:srgbClr val="FFFFCC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  <a:p>
            <a:pPr marL="0" indent="0" algn="ctr">
              <a:buNone/>
            </a:pPr>
            <a:endParaRPr lang="it-IT" sz="8000" dirty="0" smtClean="0">
              <a:solidFill>
                <a:srgbClr val="FFFFCC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  <a:p>
            <a:pPr marL="0" indent="0" algn="ctr">
              <a:buNone/>
            </a:pPr>
            <a:r>
              <a:rPr lang="it-IT" sz="8000" dirty="0" smtClean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Cristo, Salvador, </a:t>
            </a:r>
            <a:r>
              <a:rPr lang="it-IT" sz="8000" dirty="0" err="1" smtClean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digno</a:t>
            </a:r>
            <a:r>
              <a:rPr lang="it-IT" sz="8000" dirty="0" smtClean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</a:t>
            </a:r>
            <a:r>
              <a:rPr lang="it-IT" sz="80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de </a:t>
            </a:r>
            <a:r>
              <a:rPr lang="it-IT" sz="8000" dirty="0" smtClean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adorar </a:t>
            </a:r>
            <a:r>
              <a:rPr lang="it-IT" sz="80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/>
            </a:r>
            <a:br>
              <a:rPr lang="it-IT" sz="80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r>
              <a:rPr lang="it-IT" sz="8000" dirty="0" smtClean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Cristo, Redentor, </a:t>
            </a:r>
            <a:r>
              <a:rPr lang="it-IT" sz="8000" dirty="0" err="1" smtClean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digno</a:t>
            </a:r>
            <a:r>
              <a:rPr lang="it-IT" sz="8000" dirty="0" smtClean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de adorar</a:t>
            </a:r>
            <a:r>
              <a:rPr lang="it-IT" sz="80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/>
            </a:r>
            <a:br>
              <a:rPr lang="it-IT" sz="80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r>
              <a:rPr lang="it-IT" sz="80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/>
            </a:r>
            <a:br>
              <a:rPr lang="it-IT" sz="80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endParaRPr lang="it-IT" sz="8000" dirty="0">
              <a:solidFill>
                <a:srgbClr val="FFFFCC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4111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47675" y="361950"/>
            <a:ext cx="11382375" cy="6172200"/>
          </a:xfrm>
        </p:spPr>
        <p:txBody>
          <a:bodyPr anchor="ctr">
            <a:noAutofit/>
          </a:bodyPr>
          <a:lstStyle/>
          <a:p>
            <a:pPr marL="0" indent="0" algn="ctr">
              <a:buNone/>
            </a:pPr>
            <a:endParaRPr lang="es-ES" sz="6600" dirty="0" smtClean="0">
              <a:solidFill>
                <a:srgbClr val="FFFFCC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  <a:p>
            <a:pPr marL="0" indent="0" algn="ctr">
              <a:buNone/>
            </a:pPr>
            <a:endParaRPr lang="es-ES" sz="6600" dirty="0">
              <a:solidFill>
                <a:srgbClr val="FFFFCC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  <a:p>
            <a:pPr marL="0" indent="0" algn="ctr">
              <a:buNone/>
            </a:pPr>
            <a:r>
              <a:rPr lang="es-ES" sz="6600" dirty="0" smtClean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Diste </a:t>
            </a:r>
            <a:r>
              <a:rPr lang="es-ES" sz="66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tu vida allá en la cruz </a:t>
            </a:r>
            <a:br>
              <a:rPr lang="es-ES" sz="66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r>
              <a:rPr lang="es-ES" sz="66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resucitaste mi Jesús </a:t>
            </a:r>
            <a:br>
              <a:rPr lang="es-ES" sz="66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r>
              <a:rPr lang="es-ES" sz="66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eres mi todo </a:t>
            </a:r>
            <a:r>
              <a:rPr lang="es-ES" sz="6600" dirty="0" smtClean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Dios. </a:t>
            </a:r>
            <a:r>
              <a:rPr lang="es-ES" sz="66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/>
            </a:r>
            <a:br>
              <a:rPr lang="es-ES" sz="66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r>
              <a:rPr lang="es-ES" sz="66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En sequedad o en tentación </a:t>
            </a:r>
            <a:br>
              <a:rPr lang="es-ES" sz="66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r>
              <a:rPr lang="es-ES" sz="66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tú me sostienes mi Señor </a:t>
            </a:r>
            <a:br>
              <a:rPr lang="es-ES" sz="66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r>
              <a:rPr lang="es-ES" sz="66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eres mi todo Dios. </a:t>
            </a:r>
            <a:br>
              <a:rPr lang="es-ES" sz="66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r>
              <a:rPr lang="es-ES" sz="66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/>
            </a:r>
            <a:br>
              <a:rPr lang="es-ES" sz="66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endParaRPr lang="it-IT" sz="6600" dirty="0">
              <a:solidFill>
                <a:srgbClr val="FFFFCC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369230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38200" y="323850"/>
            <a:ext cx="10515600" cy="6086475"/>
          </a:xfrm>
        </p:spPr>
        <p:txBody>
          <a:bodyPr anchor="ctr">
            <a:noAutofit/>
          </a:bodyPr>
          <a:lstStyle/>
          <a:p>
            <a:pPr marL="0" indent="0" algn="ctr">
              <a:buNone/>
            </a:pPr>
            <a:endParaRPr lang="it-IT" sz="8000" dirty="0">
              <a:solidFill>
                <a:srgbClr val="FFFFCC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  <a:p>
            <a:pPr marL="0" indent="0" algn="ctr">
              <a:buNone/>
            </a:pPr>
            <a:endParaRPr lang="it-IT" sz="8000" dirty="0" smtClean="0">
              <a:solidFill>
                <a:srgbClr val="FFFFCC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  <a:p>
            <a:pPr marL="0" indent="0" algn="ctr">
              <a:buNone/>
            </a:pPr>
            <a:r>
              <a:rPr lang="it-IT" sz="8000" dirty="0" smtClean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Cristo, Salvador, </a:t>
            </a:r>
            <a:r>
              <a:rPr lang="it-IT" sz="8000" dirty="0" err="1" smtClean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digno</a:t>
            </a:r>
            <a:r>
              <a:rPr lang="it-IT" sz="8000" dirty="0" smtClean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</a:t>
            </a:r>
            <a:r>
              <a:rPr lang="it-IT" sz="80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de </a:t>
            </a:r>
            <a:r>
              <a:rPr lang="it-IT" sz="8000" dirty="0" smtClean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adorar </a:t>
            </a:r>
            <a:r>
              <a:rPr lang="it-IT" sz="80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/>
            </a:r>
            <a:br>
              <a:rPr lang="it-IT" sz="80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r>
              <a:rPr lang="it-IT" sz="8000" dirty="0" smtClean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Cristo, Redentor, </a:t>
            </a:r>
            <a:r>
              <a:rPr lang="it-IT" sz="8000" dirty="0" err="1" smtClean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digno</a:t>
            </a:r>
            <a:r>
              <a:rPr lang="it-IT" sz="8000" dirty="0" smtClean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de adorar</a:t>
            </a:r>
          </a:p>
          <a:p>
            <a:pPr marL="0" indent="0" algn="ctr">
              <a:buNone/>
            </a:pPr>
            <a:r>
              <a:rPr lang="it-IT" sz="8000" dirty="0" err="1" smtClean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Digno</a:t>
            </a:r>
            <a:r>
              <a:rPr lang="it-IT" sz="8000" dirty="0" smtClean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de adorar…</a:t>
            </a:r>
          </a:p>
          <a:p>
            <a:pPr marL="0" indent="0" algn="ctr">
              <a:buNone/>
            </a:pPr>
            <a:r>
              <a:rPr lang="it-IT" sz="8000" dirty="0" err="1" smtClean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Digno</a:t>
            </a:r>
            <a:r>
              <a:rPr lang="it-IT" sz="8000" dirty="0" smtClean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> de adorar.</a:t>
            </a:r>
            <a:r>
              <a:rPr lang="it-IT" sz="80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/>
            </a:r>
            <a:br>
              <a:rPr lang="it-IT" sz="80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r>
              <a:rPr lang="it-IT" sz="80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  <a:t/>
            </a:r>
            <a:br>
              <a:rPr lang="it-IT" sz="8000" dirty="0">
                <a:solidFill>
                  <a:srgbClr val="FFFFCC"/>
                </a:solidFill>
                <a:latin typeface="Microsoft Himalaya" panose="01010100010101010101" pitchFamily="2" charset="0"/>
                <a:ea typeface="Microsoft Himalaya" panose="01010100010101010101" pitchFamily="2" charset="0"/>
                <a:cs typeface="Microsoft Himalaya" panose="01010100010101010101" pitchFamily="2" charset="0"/>
              </a:rPr>
            </a:br>
            <a:endParaRPr lang="it-IT" sz="8000" dirty="0">
              <a:solidFill>
                <a:srgbClr val="FFFFCC"/>
              </a:solidFill>
              <a:latin typeface="Microsoft Himalaya" panose="01010100010101010101" pitchFamily="2" charset="0"/>
              <a:ea typeface="Microsoft Himalaya" panose="01010100010101010101" pitchFamily="2" charset="0"/>
              <a:cs typeface="Microsoft Himalaya" panose="01010100010101010101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30823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31</Words>
  <Application>Microsoft Office PowerPoint</Application>
  <PresentationFormat>Personalizzato</PresentationFormat>
  <Paragraphs>14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Tema di Office</vt:lpstr>
      <vt:lpstr>ERES MI TODO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ERES MI TODO</dc:title>
  <dc:creator>Paolo Giametta</dc:creator>
  <cp:lastModifiedBy>GRUPPO MERATE</cp:lastModifiedBy>
  <cp:revision>3</cp:revision>
  <dcterms:created xsi:type="dcterms:W3CDTF">2017-06-30T15:46:17Z</dcterms:created>
  <dcterms:modified xsi:type="dcterms:W3CDTF">2017-06-30T18:10:13Z</dcterms:modified>
</cp:coreProperties>
</file>