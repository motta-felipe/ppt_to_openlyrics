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0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B625-7A99-41A3-83EF-D62B592C309D}" type="datetimeFigureOut">
              <a:rPr lang="it-IT" smtClean="0"/>
              <a:pPr/>
              <a:t>31/05/2010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DF11-6962-4C69-B4CA-8AD714F6827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B625-7A99-41A3-83EF-D62B592C309D}" type="datetimeFigureOut">
              <a:rPr lang="it-IT" smtClean="0"/>
              <a:pPr/>
              <a:t>31/05/2010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DF11-6962-4C69-B4CA-8AD714F6827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B625-7A99-41A3-83EF-D62B592C309D}" type="datetimeFigureOut">
              <a:rPr lang="it-IT" smtClean="0"/>
              <a:pPr/>
              <a:t>31/05/2010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DF11-6962-4C69-B4CA-8AD714F6827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B625-7A99-41A3-83EF-D62B592C309D}" type="datetimeFigureOut">
              <a:rPr lang="it-IT" smtClean="0"/>
              <a:pPr/>
              <a:t>31/05/2010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DF11-6962-4C69-B4CA-8AD714F6827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B625-7A99-41A3-83EF-D62B592C309D}" type="datetimeFigureOut">
              <a:rPr lang="it-IT" smtClean="0"/>
              <a:pPr/>
              <a:t>31/05/2010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DF11-6962-4C69-B4CA-8AD714F6827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B625-7A99-41A3-83EF-D62B592C309D}" type="datetimeFigureOut">
              <a:rPr lang="it-IT" smtClean="0"/>
              <a:pPr/>
              <a:t>31/05/2010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DF11-6962-4C69-B4CA-8AD714F6827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B625-7A99-41A3-83EF-D62B592C309D}" type="datetimeFigureOut">
              <a:rPr lang="it-IT" smtClean="0"/>
              <a:pPr/>
              <a:t>31/05/2010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DF11-6962-4C69-B4CA-8AD714F6827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B625-7A99-41A3-83EF-D62B592C309D}" type="datetimeFigureOut">
              <a:rPr lang="it-IT" smtClean="0"/>
              <a:pPr/>
              <a:t>31/05/2010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DF11-6962-4C69-B4CA-8AD714F6827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B625-7A99-41A3-83EF-D62B592C309D}" type="datetimeFigureOut">
              <a:rPr lang="it-IT" smtClean="0"/>
              <a:pPr/>
              <a:t>31/05/2010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DF11-6962-4C69-B4CA-8AD714F6827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B625-7A99-41A3-83EF-D62B592C309D}" type="datetimeFigureOut">
              <a:rPr lang="it-IT" smtClean="0"/>
              <a:pPr/>
              <a:t>31/05/2010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DF11-6962-4C69-B4CA-8AD714F6827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B625-7A99-41A3-83EF-D62B592C309D}" type="datetimeFigureOut">
              <a:rPr lang="it-IT" smtClean="0"/>
              <a:pPr/>
              <a:t>31/05/2010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CDF11-6962-4C69-B4CA-8AD714F68279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EB625-7A99-41A3-83EF-D62B592C309D}" type="datetimeFigureOut">
              <a:rPr lang="it-IT" smtClean="0"/>
              <a:pPr/>
              <a:t>31/05/2010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CDF11-6962-4C69-B4CA-8AD714F68279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audio" Target="file:///C:\Users\Pino\Desktop\Vengo%20al%20tuo%20trono,%20o%20mio%20Signor%20289.wav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://www.laviadellefate.com/Gif/nuvole%20e%20prati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65156"/>
          </a:xfrm>
          <a:prstGeom prst="rect">
            <a:avLst/>
          </a:prstGeom>
          <a:noFill/>
        </p:spPr>
      </p:pic>
      <p:sp>
        <p:nvSpPr>
          <p:cNvPr id="7" name="Rettangolo 6"/>
          <p:cNvSpPr/>
          <p:nvPr/>
        </p:nvSpPr>
        <p:spPr>
          <a:xfrm>
            <a:off x="500034" y="285728"/>
            <a:ext cx="8306890" cy="56501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Plain">
              <a:avLst>
                <a:gd name="adj" fmla="val 50957"/>
              </a:avLst>
            </a:prstTxWarp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t-IT" sz="4000" b="1" spc="50" dirty="0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Vengo </a:t>
            </a:r>
            <a:r>
              <a:rPr lang="it-IT" sz="4000" b="1" spc="50" dirty="0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al tuo trono, o mio Signor</a:t>
            </a:r>
            <a:endParaRPr lang="it-IT" sz="4000" b="1" spc="50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642910" y="1000108"/>
            <a:ext cx="7283340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 hangingPunct="0">
              <a:buAutoNum type="arabicPeriod"/>
            </a:pPr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Vengo </a:t>
            </a:r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al tuo trono, </a:t>
            </a:r>
            <a:endParaRPr lang="it-IT" sz="4400" b="1" dirty="0" smtClean="0">
              <a:solidFill>
                <a:srgbClr val="FFFF00"/>
              </a:solidFill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  <a:latin typeface="Arial Black" pitchFamily="34" charset="0"/>
            </a:endParaRPr>
          </a:p>
          <a:p>
            <a:pPr marL="742950" indent="-742950" hangingPunct="0"/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 </a:t>
            </a:r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   </a:t>
            </a:r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o </a:t>
            </a:r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mio Signor,</a:t>
            </a:r>
          </a:p>
          <a:p>
            <a:pPr hangingPunct="0"/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    che sei mia vita </a:t>
            </a:r>
            <a:endParaRPr lang="it-IT" sz="4400" b="1" dirty="0" smtClean="0">
              <a:solidFill>
                <a:srgbClr val="FFFF00"/>
              </a:solidFill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  <a:latin typeface="Arial Black" pitchFamily="34" charset="0"/>
            </a:endParaRPr>
          </a:p>
          <a:p>
            <a:pPr hangingPunct="0"/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 </a:t>
            </a:r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   </a:t>
            </a:r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e </a:t>
            </a:r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fonte d'amor.</a:t>
            </a:r>
          </a:p>
          <a:p>
            <a:pPr hangingPunct="0"/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    Io salvo sono </a:t>
            </a:r>
            <a:endParaRPr lang="it-IT" sz="4400" b="1" dirty="0" smtClean="0">
              <a:solidFill>
                <a:srgbClr val="FFFF00"/>
              </a:solidFill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  <a:latin typeface="Arial Black" pitchFamily="34" charset="0"/>
            </a:endParaRPr>
          </a:p>
          <a:p>
            <a:pPr hangingPunct="0"/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 </a:t>
            </a:r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   </a:t>
            </a:r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per </a:t>
            </a:r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te </a:t>
            </a:r>
            <a:r>
              <a:rPr lang="it-IT" sz="4400" b="1" dirty="0" err="1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Gesú</a:t>
            </a:r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:</a:t>
            </a:r>
          </a:p>
          <a:p>
            <a:pPr hangingPunct="0"/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    prendi il mio amore, </a:t>
            </a:r>
            <a:endParaRPr lang="it-IT" sz="4400" b="1" dirty="0" smtClean="0">
              <a:solidFill>
                <a:srgbClr val="FFFF00"/>
              </a:solidFill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  <a:latin typeface="Arial Black" pitchFamily="34" charset="0"/>
            </a:endParaRPr>
          </a:p>
          <a:p>
            <a:pPr hangingPunct="0"/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 </a:t>
            </a:r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   </a:t>
            </a:r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non </a:t>
            </a:r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ho di </a:t>
            </a:r>
            <a:r>
              <a:rPr lang="it-IT" sz="4400" b="1" dirty="0" err="1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piú</a:t>
            </a:r>
            <a:r>
              <a:rPr lang="it-IT" sz="4400" b="1" dirty="0" smtClean="0">
                <a:solidFill>
                  <a:srgbClr val="FFFF00"/>
                </a:soli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  <a:latin typeface="Arial Black" pitchFamily="34" charset="0"/>
              </a:rPr>
              <a:t>.</a:t>
            </a:r>
          </a:p>
        </p:txBody>
      </p:sp>
      <p:pic>
        <p:nvPicPr>
          <p:cNvPr id="10" name="Vengo al tuo trono, o mio Signor 289.wav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4" cstate="print"/>
          <a:stretch>
            <a:fillRect/>
          </a:stretch>
        </p:blipFill>
        <p:spPr>
          <a:xfrm>
            <a:off x="4419600" y="3276600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3984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profet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72066" y="3500438"/>
            <a:ext cx="3714776" cy="27860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4" name="CasellaDiTesto 3"/>
          <p:cNvSpPr txBox="1"/>
          <p:nvPr/>
        </p:nvSpPr>
        <p:spPr>
          <a:xfrm>
            <a:off x="428596" y="500042"/>
            <a:ext cx="834183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hangingPunct="0"/>
            <a:r>
              <a:rPr lang="it-IT" sz="4800" b="1" i="1" dirty="0" smtClean="0"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</a:rPr>
              <a:t>È la mia storia, questa, o Signor,</a:t>
            </a:r>
            <a:endParaRPr lang="it-IT" sz="4800" b="1" dirty="0" smtClean="0"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a:endParaRPr>
          </a:p>
          <a:p>
            <a:pPr hangingPunct="0"/>
            <a:r>
              <a:rPr lang="it-IT" sz="4800" b="1" i="1" dirty="0" smtClean="0"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</a:rPr>
              <a:t>ero perduto, or salvo son.</a:t>
            </a:r>
            <a:endParaRPr lang="it-IT" sz="4800" b="1" dirty="0" smtClean="0"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a:endParaRPr>
          </a:p>
          <a:p>
            <a:pPr hangingPunct="0"/>
            <a:r>
              <a:rPr lang="it-IT" sz="4800" b="1" i="1" dirty="0" smtClean="0"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</a:rPr>
              <a:t>Grazie a te, Cristo, </a:t>
            </a:r>
            <a:r>
              <a:rPr lang="it-IT" sz="4800" b="1" i="1" dirty="0" smtClean="0"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</a:rPr>
              <a:t>sì, </a:t>
            </a:r>
            <a:r>
              <a:rPr lang="it-IT" sz="4800" b="1" i="1" dirty="0" smtClean="0"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</a:rPr>
              <a:t>salvo son,</a:t>
            </a:r>
            <a:endParaRPr lang="it-IT" sz="4800" b="1" dirty="0" smtClean="0"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a:endParaRPr>
          </a:p>
          <a:p>
            <a:pPr hangingPunct="0"/>
            <a:r>
              <a:rPr lang="it-IT" sz="4800" b="1" i="1" dirty="0" smtClean="0">
                <a:effectLst>
                  <a:innerShdw blurRad="63500" dist="50800" dir="8100000">
                    <a:prstClr val="black">
                      <a:alpha val="50000"/>
                    </a:prstClr>
                  </a:innerShdw>
                </a:effectLst>
              </a:rPr>
              <a:t>voglio tuffarmi nel tuo amor.</a:t>
            </a:r>
            <a:endParaRPr lang="it-IT" sz="4800" dirty="0">
              <a:effectLst>
                <a:innerShdw blurRad="63500" dist="50800" dir="81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</p:cSld>
  <p:clrMapOvr>
    <a:masterClrMapping/>
  </p:clrMapOvr>
  <p:transition advTm="2700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CasellaDiTesto 3"/>
          <p:cNvSpPr txBox="1"/>
          <p:nvPr/>
        </p:nvSpPr>
        <p:spPr>
          <a:xfrm>
            <a:off x="642910" y="571480"/>
            <a:ext cx="834132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hangingPunct="0"/>
            <a:r>
              <a:rPr lang="it-IT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O mio Signore, ti sento in me,</a:t>
            </a:r>
          </a:p>
          <a:p>
            <a:pPr hangingPunct="0"/>
            <a:r>
              <a:rPr lang="it-IT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parla al mio cuore che </a:t>
            </a:r>
            <a:endParaRPr lang="it-IT" sz="4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hangingPunct="0"/>
            <a:r>
              <a:rPr lang="it-IT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it-IT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it-IT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cerca </a:t>
            </a:r>
            <a:r>
              <a:rPr lang="it-IT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 te.</a:t>
            </a:r>
          </a:p>
          <a:p>
            <a:pPr hangingPunct="0"/>
            <a:r>
              <a:rPr lang="it-IT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Anelo al regno di tua </a:t>
            </a:r>
            <a:r>
              <a:rPr lang="it-IT" sz="4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maestá</a:t>
            </a:r>
            <a:endParaRPr lang="it-IT" sz="4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hangingPunct="0"/>
            <a:r>
              <a:rPr lang="it-IT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dove </a:t>
            </a:r>
            <a:r>
              <a:rPr lang="it-IT" sz="4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vivró</a:t>
            </a:r>
            <a:r>
              <a:rPr lang="it-IT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per l'</a:t>
            </a:r>
            <a:r>
              <a:rPr lang="it-IT" sz="4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eternitá</a:t>
            </a:r>
            <a:r>
              <a:rPr lang="it-IT" sz="4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it-IT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advTm="25937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285720" y="714356"/>
            <a:ext cx="834183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hangingPunct="0"/>
            <a:r>
              <a:rPr lang="it-IT" sz="4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È la mia storia, questa, o Signor,</a:t>
            </a:r>
            <a:endParaRPr lang="it-IT" sz="4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hangingPunct="0"/>
            <a:r>
              <a:rPr lang="it-IT" sz="4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ero perduto, or salvo son.</a:t>
            </a:r>
            <a:endParaRPr lang="it-IT" sz="4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hangingPunct="0"/>
            <a:r>
              <a:rPr lang="it-IT" sz="4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Grazie a te, Cristo, </a:t>
            </a:r>
            <a:r>
              <a:rPr lang="it-IT" sz="4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sì, </a:t>
            </a:r>
            <a:r>
              <a:rPr lang="it-IT" sz="4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salvo son,</a:t>
            </a:r>
            <a:endParaRPr lang="it-IT" sz="4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it-IT" sz="4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voglio tuffarmi nel tuo amor. </a:t>
            </a:r>
            <a:endParaRPr lang="it-IT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Immagine 4" descr="profet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86446" y="3786190"/>
            <a:ext cx="2952771" cy="2214578"/>
          </a:xfrm>
          <a:prstGeom prst="rect">
            <a:avLst/>
          </a:prstGeom>
        </p:spPr>
      </p:pic>
    </p:spTree>
  </p:cSld>
  <p:clrMapOvr>
    <a:masterClrMapping/>
  </p:clrMapOvr>
  <p:transition advTm="25859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642910" y="428604"/>
            <a:ext cx="7365221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hangingPunct="0"/>
            <a:r>
              <a:rPr lang="it-IT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Sento vibrare di gioia il cuor</a:t>
            </a:r>
          </a:p>
          <a:p>
            <a:pPr hangingPunct="0"/>
            <a:r>
              <a:rPr lang="it-IT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mentre </a:t>
            </a:r>
            <a:r>
              <a:rPr lang="it-IT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contemplo</a:t>
            </a:r>
          </a:p>
          <a:p>
            <a:pPr hangingPunct="0"/>
            <a:r>
              <a:rPr lang="it-IT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it-IT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it-IT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it-IT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 tuo volto, Signor.</a:t>
            </a:r>
          </a:p>
          <a:p>
            <a:pPr hangingPunct="0"/>
            <a:r>
              <a:rPr lang="it-IT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Donami luce, amore e </a:t>
            </a:r>
            <a:r>
              <a:rPr lang="it-IT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fé</a:t>
            </a:r>
            <a:r>
              <a:rPr lang="it-IT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</a:p>
          <a:p>
            <a:pPr hangingPunct="0"/>
            <a:r>
              <a:rPr lang="it-IT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a te mi dono, prendimi o Re!</a:t>
            </a:r>
          </a:p>
        </p:txBody>
      </p:sp>
      <p:pic>
        <p:nvPicPr>
          <p:cNvPr id="5" name="Immagine 4" descr="Immagine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57752" y="3571876"/>
            <a:ext cx="3881465" cy="291109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advTm="28546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285720" y="642918"/>
            <a:ext cx="834183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hangingPunct="0"/>
            <a:r>
              <a:rPr lang="it-IT" sz="4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È la mia storia, questa, o Signor,</a:t>
            </a:r>
            <a:endParaRPr lang="it-IT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hangingPunct="0"/>
            <a:r>
              <a:rPr lang="it-IT" sz="4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ero perduto, or salvo son.</a:t>
            </a:r>
            <a:endParaRPr lang="it-IT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hangingPunct="0"/>
            <a:r>
              <a:rPr lang="it-IT" sz="4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Grazie a te, Cristo, </a:t>
            </a:r>
            <a:r>
              <a:rPr lang="it-IT" sz="4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sì, </a:t>
            </a:r>
            <a:r>
              <a:rPr lang="it-IT" sz="4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salvo son,</a:t>
            </a:r>
            <a:endParaRPr lang="it-IT" sz="4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hangingPunct="0"/>
            <a:r>
              <a:rPr lang="it-IT" sz="4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voglio tuffarmi nel tuo amor.</a:t>
            </a:r>
            <a:endParaRPr lang="it-IT" sz="4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Immagine 4" descr="profet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72066" y="3857628"/>
            <a:ext cx="3500462" cy="2625347"/>
          </a:xfrm>
          <a:prstGeom prst="rect">
            <a:avLst/>
          </a:prstGeom>
        </p:spPr>
      </p:pic>
    </p:spTree>
  </p:cSld>
  <p:clrMapOvr>
    <a:masterClrMapping/>
  </p:clrMapOvr>
  <p:transition advTm="32953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222</Words>
  <Application>Microsoft Office PowerPoint</Application>
  <PresentationFormat>Presentazione su schermo (4:3)</PresentationFormat>
  <Paragraphs>31</Paragraphs>
  <Slides>6</Slides>
  <Notes>0</Notes>
  <HiddenSlides>0</HiddenSlides>
  <MMClips>1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7" baseType="lpstr">
      <vt:lpstr>Tema di Office</vt:lpstr>
      <vt:lpstr>Diapositiva 1</vt:lpstr>
      <vt:lpstr>Diapositiva 2</vt:lpstr>
      <vt:lpstr>Diapositiva 3</vt:lpstr>
      <vt:lpstr>Diapositiva 4</vt:lpstr>
      <vt:lpstr>Diapositiva 5</vt:lpstr>
      <vt:lpstr>Diapositiva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Giuseppe</dc:creator>
  <cp:lastModifiedBy>Pino</cp:lastModifiedBy>
  <cp:revision>8</cp:revision>
  <dcterms:created xsi:type="dcterms:W3CDTF">2010-03-14T17:43:57Z</dcterms:created>
  <dcterms:modified xsi:type="dcterms:W3CDTF">2010-05-31T13:48:19Z</dcterms:modified>
</cp:coreProperties>
</file>