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8" r:id="rId3"/>
    <p:sldId id="257" r:id="rId4"/>
    <p:sldId id="259" r:id="rId5"/>
    <p:sldId id="263" r:id="rId6"/>
    <p:sldId id="260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4505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88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31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757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306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341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0617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048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298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397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6493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1966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9230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6116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8918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0141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896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03E715-01D5-4F18-87E7-34C9DD575391}" type="datetimeFigureOut">
              <a:rPr lang="it-IT" smtClean="0"/>
              <a:t>15/04/2017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FED6072-713C-431D-9E75-28412572DA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0186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8800" dirty="0" smtClean="0">
                <a:solidFill>
                  <a:srgbClr val="C00000"/>
                </a:solidFill>
              </a:rPr>
              <a:t>Posso solo sognare</a:t>
            </a:r>
            <a:endParaRPr lang="it-IT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911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13795" y="618565"/>
            <a:ext cx="10353762" cy="5736566"/>
          </a:xfrm>
        </p:spPr>
        <p:txBody>
          <a:bodyPr anchor="ctr">
            <a:noAutofit/>
          </a:bodyPr>
          <a:lstStyle/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</a:rPr>
              <a:t>Posso solo sognare quello che sarà,                                     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</a:rPr>
              <a:t>quando camminerò al tuo fianco.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</a:rPr>
              <a:t>Posso solo sognare quello che vedrò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</a:rPr>
              <a:t>quando il tuo volto sarà davanti a me,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</a:rPr>
              <a:t>posso solo sognare, solo sognare...</a:t>
            </a:r>
          </a:p>
          <a:p>
            <a:pPr marL="36900" indent="0" algn="ctr">
              <a:buNone/>
            </a:pPr>
            <a:endParaRPr lang="it-IT" sz="5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7844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4546" y="669700"/>
            <a:ext cx="11912958" cy="5524065"/>
          </a:xfrm>
        </p:spPr>
        <p:txBody>
          <a:bodyPr anchor="ctr">
            <a:normAutofit/>
          </a:bodyPr>
          <a:lstStyle/>
          <a:p>
            <a:pPr marL="36900" indent="0" algn="ctr">
              <a:buNone/>
            </a:pPr>
            <a:r>
              <a:rPr lang="it-IT" sz="4000" b="1" dirty="0" err="1">
                <a:solidFill>
                  <a:schemeClr val="tx1"/>
                </a:solidFill>
              </a:rPr>
              <a:t>Rit</a:t>
            </a:r>
            <a:r>
              <a:rPr lang="it-IT" sz="4000" b="1" dirty="0">
                <a:solidFill>
                  <a:schemeClr val="tx1"/>
                </a:solidFill>
              </a:rPr>
              <a:t>. </a:t>
            </a:r>
            <a:r>
              <a:rPr lang="it-IT" sz="4000" dirty="0">
                <a:solidFill>
                  <a:schemeClr val="tx1"/>
                </a:solidFill>
              </a:rPr>
              <a:t>Tutto intorno la tua gloria. Cosa proverà il mio cuor?           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Danzerò per te Gesù o in silenziosa riverenza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io starò in tua presenza, o sulle mie ginocchia andrò,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canterò alleluia o se la voce non uscirà…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Posso solo sognare, posso solo sognare.</a:t>
            </a:r>
          </a:p>
          <a:p>
            <a:pPr marL="36900" indent="0">
              <a:buNone/>
            </a:pPr>
            <a:endParaRPr lang="it-IT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0626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28034" y="553792"/>
            <a:ext cx="11436439" cy="5834129"/>
          </a:xfrm>
        </p:spPr>
        <p:txBody>
          <a:bodyPr anchor="ctr">
            <a:noAutofit/>
          </a:bodyPr>
          <a:lstStyle/>
          <a:p>
            <a:pPr marL="36900" indent="0" algn="ctr">
              <a:buNone/>
            </a:pPr>
            <a:endParaRPr lang="it-IT" sz="5000" dirty="0" smtClean="0">
              <a:solidFill>
                <a:schemeClr val="accent2"/>
              </a:solidFill>
              <a:effectLst/>
            </a:endParaRPr>
          </a:p>
          <a:p>
            <a:pPr marL="36900" indent="0" algn="ctr">
              <a:buNone/>
            </a:pPr>
            <a:r>
              <a:rPr lang="it-IT" sz="5000" dirty="0" smtClean="0">
                <a:solidFill>
                  <a:schemeClr val="accent2"/>
                </a:solidFill>
                <a:effectLst/>
              </a:rPr>
              <a:t>Posso </a:t>
            </a:r>
            <a:r>
              <a:rPr lang="it-IT" sz="5000" dirty="0">
                <a:solidFill>
                  <a:schemeClr val="accent2"/>
                </a:solidFill>
                <a:effectLst/>
              </a:rPr>
              <a:t>solo sognare il giorno che verrà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  <a:effectLst/>
              </a:rPr>
              <a:t>e mi ritroverò nel tuo grande amor.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  <a:effectLst/>
              </a:rPr>
              <a:t>Posso solo sognare che quello che farò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  <a:effectLst/>
              </a:rPr>
              <a:t>sia per sempre adorare te…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  <a:effectLst/>
              </a:rPr>
              <a:t>posso solo sognare, solo sognare!</a:t>
            </a:r>
          </a:p>
          <a:p>
            <a:pPr marL="36900" indent="0" algn="ctr">
              <a:buNone/>
            </a:pPr>
            <a:r>
              <a:rPr lang="it-IT" sz="5000" dirty="0">
                <a:solidFill>
                  <a:schemeClr val="accent2"/>
                </a:solidFill>
                <a:effectLst/>
              </a:rPr>
              <a:t> </a:t>
            </a:r>
          </a:p>
          <a:p>
            <a:pPr marL="36900" indent="0" algn="ctr">
              <a:buNone/>
            </a:pPr>
            <a:endParaRPr lang="it-IT" sz="5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373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7425" y="669700"/>
            <a:ext cx="11912958" cy="5524065"/>
          </a:xfrm>
        </p:spPr>
        <p:txBody>
          <a:bodyPr anchor="ctr">
            <a:normAutofit/>
          </a:bodyPr>
          <a:lstStyle/>
          <a:p>
            <a:pPr marL="36900" indent="0" algn="ctr">
              <a:buNone/>
            </a:pPr>
            <a:r>
              <a:rPr lang="it-IT" sz="4000" b="1" dirty="0" err="1">
                <a:solidFill>
                  <a:schemeClr val="tx1"/>
                </a:solidFill>
              </a:rPr>
              <a:t>Rit</a:t>
            </a:r>
            <a:r>
              <a:rPr lang="it-IT" sz="4000" b="1" dirty="0">
                <a:solidFill>
                  <a:schemeClr val="tx1"/>
                </a:solidFill>
              </a:rPr>
              <a:t>. </a:t>
            </a:r>
            <a:r>
              <a:rPr lang="it-IT" sz="4000" dirty="0">
                <a:solidFill>
                  <a:schemeClr val="tx1"/>
                </a:solidFill>
              </a:rPr>
              <a:t>Tutto intorno la tua gloria. Cosa proverà il mio cuor?           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Danzerò per te Gesù o in silenziosa riverenza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io starò in tua presenza, o sulle mie ginocchia andrò,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canterò alleluia o se la voce non uscirà… </a:t>
            </a:r>
          </a:p>
          <a:p>
            <a:pPr marL="36900" indent="0" algn="ctr">
              <a:buNone/>
            </a:pPr>
            <a:r>
              <a:rPr lang="it-IT" sz="4000" dirty="0">
                <a:solidFill>
                  <a:schemeClr val="tx1"/>
                </a:solidFill>
              </a:rPr>
              <a:t>Posso solo sognare, posso solo sognare.</a:t>
            </a:r>
          </a:p>
          <a:p>
            <a:pPr marL="36900" indent="0">
              <a:buNone/>
            </a:pPr>
            <a:endParaRPr lang="it-IT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486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13795" y="1250831"/>
            <a:ext cx="10353762" cy="4540370"/>
          </a:xfrm>
        </p:spPr>
        <p:txBody>
          <a:bodyPr anchor="ctr">
            <a:normAutofit/>
          </a:bodyPr>
          <a:lstStyle/>
          <a:p>
            <a:pPr marL="36900" indent="0" algn="ctr">
              <a:buNone/>
            </a:pPr>
            <a:r>
              <a:rPr lang="it-IT" sz="4800" dirty="0">
                <a:solidFill>
                  <a:schemeClr val="tx1"/>
                </a:solidFill>
                <a:effectLst/>
              </a:rPr>
              <a:t>Posso solo sognare, posso solo sognare,</a:t>
            </a:r>
          </a:p>
          <a:p>
            <a:pPr marL="36900" indent="0" algn="ctr">
              <a:buNone/>
            </a:pPr>
            <a:r>
              <a:rPr lang="it-IT" sz="4800" dirty="0">
                <a:solidFill>
                  <a:schemeClr val="tx1"/>
                </a:solidFill>
                <a:effectLst/>
              </a:rPr>
              <a:t>posso solo sognare, posso solo sognare.</a:t>
            </a:r>
          </a:p>
          <a:p>
            <a:pPr marL="36900" indent="0">
              <a:buNone/>
            </a:pPr>
            <a:endParaRPr lang="it-IT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747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12124" y="1068946"/>
            <a:ext cx="11616744" cy="4722255"/>
          </a:xfrm>
        </p:spPr>
        <p:txBody>
          <a:bodyPr anchor="ctr">
            <a:normAutofit/>
          </a:bodyPr>
          <a:lstStyle/>
          <a:p>
            <a:pPr marL="36900" indent="0" algn="ctr">
              <a:buNone/>
            </a:pPr>
            <a:r>
              <a:rPr lang="it-IT" sz="5400" dirty="0">
                <a:solidFill>
                  <a:schemeClr val="accent2"/>
                </a:solidFill>
                <a:effectLst/>
              </a:rPr>
              <a:t>Posso solo sognare che quello che farò</a:t>
            </a:r>
          </a:p>
          <a:p>
            <a:pPr marL="36900" indent="0" algn="ctr">
              <a:buNone/>
            </a:pPr>
            <a:r>
              <a:rPr lang="it-IT" sz="5400" dirty="0">
                <a:solidFill>
                  <a:schemeClr val="accent2"/>
                </a:solidFill>
                <a:effectLst/>
              </a:rPr>
              <a:t>sia per sempre adorare te…</a:t>
            </a:r>
          </a:p>
          <a:p>
            <a:pPr marL="36900" indent="0" algn="ctr">
              <a:buNone/>
            </a:pPr>
            <a:r>
              <a:rPr lang="it-IT" sz="5400" dirty="0">
                <a:solidFill>
                  <a:schemeClr val="accent2"/>
                </a:solidFill>
                <a:effectLst/>
              </a:rPr>
              <a:t>posso solo sognare, solo sognare!</a:t>
            </a:r>
          </a:p>
          <a:p>
            <a:pPr marL="36900" indent="0"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1791285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esia">
  <a:themeElements>
    <a:clrScheme name="Arde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e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e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Ardesia</Template>
  <TotalTime>15</TotalTime>
  <Words>211</Words>
  <Application>Microsoft Office PowerPoint</Application>
  <PresentationFormat>Personalizzato</PresentationFormat>
  <Paragraphs>28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Ardesia</vt:lpstr>
      <vt:lpstr>Posso solo sognare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Posso solo sognare</dc:title>
  <dc:creator>Paolo Giametta</dc:creator>
  <cp:lastModifiedBy>GRUPPO MERATE</cp:lastModifiedBy>
  <cp:revision>3</cp:revision>
  <dcterms:created xsi:type="dcterms:W3CDTF">2017-04-14T19:42:03Z</dcterms:created>
  <dcterms:modified xsi:type="dcterms:W3CDTF">2017-04-15T07:32:25Z</dcterms:modified>
</cp:coreProperties>
</file>