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1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11500" b="1" i="1" dirty="0" smtClean="0">
                <a:ln w="762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HO </a:t>
            </a:r>
            <a:r>
              <a:rPr lang="it-IT" sz="11500" b="1" i="1" dirty="0" smtClean="0">
                <a:ln w="762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FATTO </a:t>
            </a:r>
            <a:r>
              <a:rPr lang="it-IT" sz="11500" b="1" i="1" dirty="0" smtClean="0">
                <a:ln w="762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MAZZOLINO</a:t>
            </a:r>
            <a:endParaRPr lang="it-IT" sz="11500" b="1" i="1" dirty="0">
              <a:ln w="76200"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  <p:pic>
        <p:nvPicPr>
          <p:cNvPr id="4" name="Piccolo coro dell'Antoniano - Festa della Mamma 2000 - Ho fatto un mazzolino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512" y="3326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28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55165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6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HO FATTO UN MAZZOLINO,</a:t>
            </a:r>
          </a:p>
          <a:p>
            <a:pPr marL="0" indent="0" algn="ctr">
              <a:buNone/>
            </a:pPr>
            <a:r>
              <a:rPr lang="it-IT" sz="66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COI FIORI DEL GIARDINO, LI HO COLTI STAMATTINA,</a:t>
            </a:r>
          </a:p>
          <a:p>
            <a:pPr marL="0" indent="0" algn="ctr">
              <a:buNone/>
            </a:pPr>
            <a:r>
              <a:rPr lang="it-IT" sz="66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INSIEME COL PAPA’.</a:t>
            </a:r>
          </a:p>
          <a:p>
            <a:pPr marL="0" indent="0" algn="ctr">
              <a:buNone/>
            </a:pPr>
            <a:endParaRPr lang="it-IT" sz="6600" b="1" i="1" dirty="0">
              <a:ln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53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006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80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SONO I FIORI PER LA TUA FESTA,</a:t>
            </a:r>
          </a:p>
          <a:p>
            <a:pPr marL="0" indent="0" algn="ctr">
              <a:buNone/>
            </a:pPr>
            <a:r>
              <a:rPr lang="it-IT" sz="80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CARA MAMMA ECCOLI QUA.</a:t>
            </a:r>
            <a:endParaRPr lang="it-IT" sz="8000" b="1" i="1" dirty="0">
              <a:ln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09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332656"/>
            <a:ext cx="8507288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ROSA PERCHE’ TI VOGLIO BENE,</a:t>
            </a:r>
          </a:p>
          <a:p>
            <a:pPr marL="0" indent="0" algn="ctr">
              <a:buNone/>
            </a:pPr>
            <a:r>
              <a:rPr lang="it-IT" sz="54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VIOLA PERCHE’ SARO’ UBBIDIENTE,</a:t>
            </a:r>
          </a:p>
          <a:p>
            <a:pPr marL="0" indent="0" algn="ctr">
              <a:buNone/>
            </a:pPr>
            <a:r>
              <a:rPr lang="it-IT" sz="54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PAPAVERO, NON SO PERCHE’</a:t>
            </a:r>
          </a:p>
          <a:p>
            <a:pPr marL="0" indent="0" algn="ctr">
              <a:buNone/>
            </a:pPr>
            <a:r>
              <a:rPr lang="it-IT" sz="5400" b="1" i="1" dirty="0" smtClean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NON TI SCORDAR DI ME.</a:t>
            </a:r>
            <a:endParaRPr lang="it-IT" sz="5400" b="1" i="1" dirty="0">
              <a:ln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213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55054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MUGHETTO INSIEME AL GELSOMINO,</a:t>
            </a:r>
          </a:p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DA QUEST’OGGI SARO’ SEMPRE PIU’ BUONO,</a:t>
            </a:r>
          </a:p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PRIMULA VUOL DIRE CHE, IL PRIMO PENSIERO SEI PER ME.</a:t>
            </a:r>
            <a:endParaRPr lang="it-IT" sz="5400" b="1" i="1" dirty="0">
              <a:ln w="28575"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72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219256" cy="55774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QUALCHE CICLAMINO,</a:t>
            </a:r>
          </a:p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PERCHE’ DIMENTICHI CHE SONO BIRICCHINO,</a:t>
            </a:r>
          </a:p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GIRASOLE, UNA MARGHERITA, </a:t>
            </a:r>
          </a:p>
          <a:p>
            <a:pPr marL="0" indent="0" algn="ctr">
              <a:buNone/>
            </a:pPr>
            <a:r>
              <a:rPr lang="it-IT" sz="5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PERCHE’ TU SEI IL SOLE DELLA VITA.</a:t>
            </a:r>
            <a:endParaRPr lang="it-IT" sz="5400" b="1" i="1" dirty="0">
              <a:ln w="28575"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297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i="1" dirty="0" smtClean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ROSA PERCHE’ TI VOGLIO BENE, </a:t>
            </a:r>
          </a:p>
          <a:p>
            <a:pPr marL="0" indent="0" algn="ctr">
              <a:buNone/>
            </a:pPr>
            <a:r>
              <a:rPr lang="it-IT" sz="4800" b="1" i="1" dirty="0" smtClean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VIOLA PERCHE’ SARO’ UBBIDIENTE,</a:t>
            </a:r>
          </a:p>
          <a:p>
            <a:pPr marL="0" indent="0" algn="ctr">
              <a:buNone/>
            </a:pPr>
            <a:r>
              <a:rPr lang="it-IT" sz="4800" b="1" i="1" dirty="0" smtClean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GAROFANO, UNA PANSER,</a:t>
            </a:r>
          </a:p>
          <a:p>
            <a:pPr marL="0" indent="0" algn="ctr">
              <a:buNone/>
            </a:pPr>
            <a:r>
              <a:rPr lang="it-IT" sz="4800" b="1" i="1" dirty="0" smtClean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E TUTTO L’AMORE CHE C’E’ IN ME.</a:t>
            </a:r>
            <a:endParaRPr lang="it-IT" sz="4800" b="1" i="1" dirty="0">
              <a:ln w="38100"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058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5400" b="1" i="1" dirty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QUALCHE CICLAMINO,</a:t>
            </a:r>
          </a:p>
          <a:p>
            <a:pPr marL="0" lvl="0" indent="0" algn="ctr">
              <a:buNone/>
            </a:pPr>
            <a:r>
              <a:rPr lang="it-IT" sz="5400" b="1" i="1" dirty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PERCHE’ DIMENTICHI CHE SONO BIRICCHINO,</a:t>
            </a:r>
          </a:p>
          <a:p>
            <a:pPr marL="0" lvl="0" indent="0" algn="ctr">
              <a:buNone/>
            </a:pPr>
            <a:r>
              <a:rPr lang="it-IT" sz="5400" b="1" i="1" dirty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GIRASOLE, UNA MARGHERITA, </a:t>
            </a:r>
          </a:p>
          <a:p>
            <a:pPr marL="0" lvl="0" indent="0" algn="ctr">
              <a:buNone/>
            </a:pPr>
            <a:r>
              <a:rPr lang="it-IT" sz="5400" b="1" i="1" dirty="0">
                <a:ln w="38100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PERCHE’ TU SEI IL SOLE DELLA VITA.</a:t>
            </a:r>
          </a:p>
        </p:txBody>
      </p:sp>
    </p:spTree>
    <p:extLst>
      <p:ext uri="{BB962C8B-B14F-4D97-AF65-F5344CB8AC3E}">
        <p14:creationId xmlns:p14="http://schemas.microsoft.com/office/powerpoint/2010/main" val="2824953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539552" y="287469"/>
            <a:ext cx="8208912" cy="537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it-IT" sz="4400" b="1" i="1" dirty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ROSA PERCHE’ TI VOGLIO BENE, </a:t>
            </a:r>
          </a:p>
          <a:p>
            <a:pPr lvl="0">
              <a:spcBef>
                <a:spcPct val="20000"/>
              </a:spcBef>
            </a:pPr>
            <a:r>
              <a:rPr lang="it-IT" sz="4400" b="1" i="1" dirty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UNA VIOLA PERCHE’ SARO’ UBBIDIENTE,</a:t>
            </a:r>
          </a:p>
          <a:p>
            <a:pPr lvl="0">
              <a:spcBef>
                <a:spcPct val="20000"/>
              </a:spcBef>
            </a:pPr>
            <a:r>
              <a:rPr lang="it-IT" sz="4400" b="1" i="1" dirty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UN GAROFANO, UNA PANSER,</a:t>
            </a:r>
          </a:p>
          <a:p>
            <a:pPr lvl="0">
              <a:spcBef>
                <a:spcPct val="20000"/>
              </a:spcBef>
            </a:pPr>
            <a:r>
              <a:rPr lang="it-IT" sz="4400" b="1" i="1" dirty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E TUTTO L’AMORE CHE C’E’ IN ME</a:t>
            </a:r>
            <a:r>
              <a:rPr lang="it-IT" sz="4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.</a:t>
            </a:r>
          </a:p>
          <a:p>
            <a:pPr lvl="0">
              <a:spcBef>
                <a:spcPct val="20000"/>
              </a:spcBef>
            </a:pPr>
            <a:r>
              <a:rPr lang="it-IT" sz="4400" b="1" i="1" dirty="0" smtClean="0">
                <a:ln w="28575">
                  <a:solidFill>
                    <a:srgbClr val="0070C0"/>
                  </a:solidFill>
                </a:ln>
                <a:solidFill>
                  <a:srgbClr val="0070C0"/>
                </a:solidFill>
                <a:latin typeface="Candara" pitchFamily="34" charset="0"/>
              </a:rPr>
              <a:t>E TUTTO L’AMORE CHE C’E’ IN ME.</a:t>
            </a:r>
            <a:endParaRPr lang="it-IT" sz="4400" b="1" i="1" dirty="0">
              <a:ln w="28575">
                <a:solidFill>
                  <a:srgbClr val="0070C0"/>
                </a:solidFill>
              </a:ln>
              <a:solidFill>
                <a:srgbClr val="0070C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42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215</Words>
  <Application>Microsoft Office PowerPoint</Application>
  <PresentationFormat>Presentazione su schermo (4:3)</PresentationFormat>
  <Paragraphs>30</Paragraphs>
  <Slides>9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HO FATTO UN MAZZOLINO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Gruppo Merate-Olgiat</cp:lastModifiedBy>
  <cp:revision>5</cp:revision>
  <dcterms:modified xsi:type="dcterms:W3CDTF">2013-05-11T06:16:53Z</dcterms:modified>
</cp:coreProperties>
</file>