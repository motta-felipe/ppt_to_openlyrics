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2E96C-F83F-4CFF-A5F6-A6E7081077D0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C8F9E-62E8-46C0-88C9-E75D9E75F62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912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C8F9E-62E8-46C0-88C9-E75D9E75F626}" type="slidenum">
              <a:rPr lang="it-IT" smtClean="0"/>
              <a:pPr/>
              <a:t>9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44DCB-4D94-41F1-AC77-F92A6D0B2B14}" type="datetimeFigureOut">
              <a:rPr lang="it-IT" smtClean="0"/>
              <a:pPr/>
              <a:t>22/03/2014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39E33-EEA7-49CA-9337-A87652F1145F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 rot="383617">
            <a:off x="-417624" y="-500191"/>
            <a:ext cx="10141645" cy="7947584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r>
              <a:rPr lang="it-IT" dirty="0" smtClean="0">
                <a:solidFill>
                  <a:srgbClr val="FF5050"/>
                </a:solidFill>
                <a:latin typeface="Kristen ITC" pitchFamily="66" charset="0"/>
                <a:ea typeface="Verdana" pitchFamily="34" charset="0"/>
                <a:cs typeface="Verdana" pitchFamily="34" charset="0"/>
              </a:rPr>
              <a:t>Ti benedirò</a:t>
            </a:r>
            <a:endParaRPr lang="it-IT" dirty="0">
              <a:solidFill>
                <a:srgbClr val="FF5050"/>
              </a:solidFill>
              <a:latin typeface="Kristen ITC" pitchFamily="66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Ti benedirò nella terra che mi darai,</a:t>
            </a:r>
          </a:p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Dove un fiume di abbondanza c’è,</a:t>
            </a:r>
          </a:p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</a:p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Ti benedirò anche se riposo non avrò,</a:t>
            </a:r>
          </a:p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E senza direzione andrò,</a:t>
            </a:r>
          </a:p>
          <a:p>
            <a:pPr>
              <a:buNone/>
            </a:pPr>
            <a:r>
              <a:rPr lang="it-IT" sz="44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buNone/>
            </a:pPr>
            <a:r>
              <a:rPr lang="it-IT" sz="6600" dirty="0" smtClean="0">
                <a:solidFill>
                  <a:srgbClr val="FF5050"/>
                </a:solidFill>
                <a:latin typeface="Kristen ITC" pitchFamily="66" charset="0"/>
              </a:rPr>
              <a:t>Nelle benedizioni che mi dai,</a:t>
            </a:r>
          </a:p>
          <a:p>
            <a:pPr>
              <a:buNone/>
            </a:pPr>
            <a:r>
              <a:rPr lang="it-IT" sz="6600" dirty="0" smtClean="0">
                <a:solidFill>
                  <a:srgbClr val="FF5050"/>
                </a:solidFill>
                <a:latin typeface="Kristen ITC" pitchFamily="66" charset="0"/>
              </a:rPr>
              <a:t>Ti loderò!</a:t>
            </a:r>
          </a:p>
          <a:p>
            <a:pPr>
              <a:buNone/>
            </a:pPr>
            <a:r>
              <a:rPr lang="it-IT" sz="6600" dirty="0" smtClean="0">
                <a:solidFill>
                  <a:srgbClr val="FF5050"/>
                </a:solidFill>
                <a:latin typeface="Kristen ITC" pitchFamily="66" charset="0"/>
              </a:rPr>
              <a:t>E se arriva la tempesta,</a:t>
            </a:r>
          </a:p>
          <a:p>
            <a:pPr>
              <a:buNone/>
            </a:pPr>
            <a:r>
              <a:rPr lang="it-IT" sz="6600" dirty="0" smtClean="0">
                <a:solidFill>
                  <a:srgbClr val="FF5050"/>
                </a:solidFill>
                <a:latin typeface="Kristen ITC" pitchFamily="66" charset="0"/>
              </a:rPr>
              <a:t>Ti canterò!</a:t>
            </a:r>
            <a:endParaRPr lang="it-IT" sz="6600" dirty="0">
              <a:solidFill>
                <a:srgbClr val="FF5050"/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 </a:t>
            </a: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Ti </a:t>
            </a:r>
            <a:r>
              <a:rPr lang="it-IT" sz="6000" dirty="0" err="1" smtClean="0">
                <a:solidFill>
                  <a:srgbClr val="FF5050"/>
                </a:solidFill>
                <a:latin typeface="Kristen ITC" pitchFamily="66" charset="0"/>
              </a:rPr>
              <a:t>benedirò…</a:t>
            </a:r>
            <a:endParaRPr lang="it-IT" sz="6000" dirty="0" smtClean="0">
              <a:solidFill>
                <a:srgbClr val="FF5050"/>
              </a:solidFill>
              <a:latin typeface="Kristen ITC" pitchFamily="66" charset="0"/>
            </a:endParaRP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</a:t>
            </a: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Per sempre io ti benedirò!</a:t>
            </a:r>
            <a:endParaRPr lang="it-IT" sz="6000" dirty="0">
              <a:solidFill>
                <a:srgbClr val="FF5050"/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Ti benedirò quando il sole splende su di me,</a:t>
            </a:r>
          </a:p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E le cose sempre riescono,</a:t>
            </a:r>
          </a:p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</a:p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Ti benedirò se seguendoti dovrò soffrir,</a:t>
            </a:r>
          </a:p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E mi costa arrendermi a te,</a:t>
            </a:r>
          </a:p>
          <a:p>
            <a:pPr>
              <a:buNone/>
            </a:pPr>
            <a:r>
              <a:rPr lang="it-IT" sz="48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  <a:endParaRPr lang="it-IT" sz="4800" dirty="0">
              <a:solidFill>
                <a:srgbClr val="FF5050"/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7101408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buNone/>
            </a:pPr>
            <a:r>
              <a:rPr lang="it-IT" sz="7200" dirty="0" smtClean="0">
                <a:solidFill>
                  <a:srgbClr val="FF5050"/>
                </a:solidFill>
                <a:latin typeface="Kristen ITC" pitchFamily="66" charset="0"/>
              </a:rPr>
              <a:t>Nelle benedizioni che mi dai,</a:t>
            </a:r>
          </a:p>
          <a:p>
            <a:pPr>
              <a:buNone/>
            </a:pPr>
            <a:r>
              <a:rPr lang="it-IT" sz="7200" dirty="0" smtClean="0">
                <a:solidFill>
                  <a:srgbClr val="FF5050"/>
                </a:solidFill>
                <a:latin typeface="Kristen ITC" pitchFamily="66" charset="0"/>
              </a:rPr>
              <a:t>Ti loderò!</a:t>
            </a:r>
          </a:p>
          <a:p>
            <a:pPr>
              <a:buNone/>
            </a:pPr>
            <a:r>
              <a:rPr lang="it-IT" sz="7200" dirty="0" smtClean="0">
                <a:solidFill>
                  <a:srgbClr val="FF5050"/>
                </a:solidFill>
                <a:latin typeface="Kristen ITC" pitchFamily="66" charset="0"/>
              </a:rPr>
              <a:t>E se arriva la tempesta,</a:t>
            </a:r>
          </a:p>
          <a:p>
            <a:pPr>
              <a:buNone/>
            </a:pPr>
            <a:r>
              <a:rPr lang="it-IT" sz="7200" dirty="0" smtClean="0">
                <a:solidFill>
                  <a:srgbClr val="FF5050"/>
                </a:solidFill>
                <a:latin typeface="Kristen ITC" pitchFamily="66" charset="0"/>
              </a:rPr>
              <a:t>Ti canterò!</a:t>
            </a:r>
          </a:p>
          <a:p>
            <a:pPr>
              <a:buNone/>
            </a:pPr>
            <a:endParaRPr lang="it-IT" sz="7200" dirty="0"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Autofit/>
          </a:bodyPr>
          <a:lstStyle/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 </a:t>
            </a: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</a:t>
            </a:r>
          </a:p>
          <a:p>
            <a:pPr>
              <a:buNone/>
            </a:pPr>
            <a:r>
              <a:rPr lang="it-IT" sz="6000" dirty="0" smtClean="0">
                <a:solidFill>
                  <a:srgbClr val="FF5050"/>
                </a:solidFill>
                <a:latin typeface="Kristen ITC" pitchFamily="66" charset="0"/>
              </a:rPr>
              <a:t>Per sempre io ti benedirò!</a:t>
            </a:r>
            <a:endParaRPr lang="it-IT" sz="6000" dirty="0"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7500" dirty="0" smtClean="0">
                <a:solidFill>
                  <a:srgbClr val="FF5050"/>
                </a:solidFill>
                <a:latin typeface="Kristen ITC" pitchFamily="66" charset="0"/>
              </a:rPr>
              <a:t>Quando mi darai, o se mi toglierai,</a:t>
            </a:r>
          </a:p>
          <a:p>
            <a:pPr>
              <a:buNone/>
            </a:pPr>
            <a:r>
              <a:rPr lang="it-IT" sz="7500" dirty="0" smtClean="0">
                <a:solidFill>
                  <a:srgbClr val="FF5050"/>
                </a:solidFill>
                <a:latin typeface="Kristen ITC" pitchFamily="66" charset="0"/>
              </a:rPr>
              <a:t>Per sempre canterò, e ti benedirò! (x2)</a:t>
            </a:r>
            <a:endParaRPr lang="it-IT" sz="7500" dirty="0">
              <a:solidFill>
                <a:srgbClr val="FF5050"/>
              </a:solidFill>
              <a:latin typeface="Kristen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3" cstate="print"/>
            <a:tile tx="0" ty="0" sx="100000" sy="100000" flip="none" algn="tl"/>
          </a:blipFill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it-IT" sz="65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 </a:t>
            </a:r>
          </a:p>
          <a:p>
            <a:pPr>
              <a:buNone/>
            </a:pPr>
            <a:r>
              <a:rPr lang="it-IT" sz="6500" dirty="0" smtClean="0">
                <a:solidFill>
                  <a:srgbClr val="FF5050"/>
                </a:solidFill>
                <a:latin typeface="Kristen ITC" pitchFamily="66" charset="0"/>
              </a:rPr>
              <a:t>Ti benedirò …</a:t>
            </a:r>
          </a:p>
          <a:p>
            <a:pPr>
              <a:buNone/>
            </a:pPr>
            <a:r>
              <a:rPr lang="it-IT" sz="6500" dirty="0" smtClean="0">
                <a:solidFill>
                  <a:srgbClr val="FF5050"/>
                </a:solidFill>
                <a:latin typeface="Kristen ITC" pitchFamily="66" charset="0"/>
              </a:rPr>
              <a:t>E ti benedirò oh mio Signor,</a:t>
            </a:r>
          </a:p>
          <a:p>
            <a:pPr>
              <a:buNone/>
            </a:pPr>
            <a:r>
              <a:rPr lang="it-IT" sz="6500" dirty="0" smtClean="0">
                <a:solidFill>
                  <a:srgbClr val="FF5050"/>
                </a:solidFill>
                <a:latin typeface="Kristen ITC" pitchFamily="66" charset="0"/>
              </a:rPr>
              <a:t>Per sempre io ti benedirò! X2</a:t>
            </a:r>
          </a:p>
          <a:p>
            <a:pPr>
              <a:buNone/>
            </a:pPr>
            <a:r>
              <a:rPr lang="it-IT" sz="6500" smtClean="0">
                <a:solidFill>
                  <a:srgbClr val="FF5050"/>
                </a:solidFill>
                <a:latin typeface="Kristen ITC" pitchFamily="66" charset="0"/>
              </a:rPr>
              <a:t>Ti </a:t>
            </a:r>
            <a:r>
              <a:rPr lang="it-IT" sz="6500" smtClean="0">
                <a:solidFill>
                  <a:srgbClr val="FF5050"/>
                </a:solidFill>
                <a:latin typeface="Kristen ITC" pitchFamily="66" charset="0"/>
              </a:rPr>
              <a:t>benedirò </a:t>
            </a:r>
            <a:endParaRPr lang="it-IT" sz="6500" dirty="0" smtClean="0">
              <a:latin typeface="Kristen ITC" pitchFamily="66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201</Words>
  <Application>Microsoft Office PowerPoint</Application>
  <PresentationFormat>Presentazione su schermo (4:3)</PresentationFormat>
  <Paragraphs>37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Ti benedirò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 benedirò</dc:title>
  <dc:creator>UTENTE</dc:creator>
  <cp:lastModifiedBy>GRUPPO MERATE</cp:lastModifiedBy>
  <cp:revision>8</cp:revision>
  <dcterms:created xsi:type="dcterms:W3CDTF">2012-07-04T14:29:56Z</dcterms:created>
  <dcterms:modified xsi:type="dcterms:W3CDTF">2014-03-22T08:32:07Z</dcterms:modified>
</cp:coreProperties>
</file>