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478DC-0889-40D2-B711-F024D6461E6E}" type="datetimeFigureOut">
              <a:rPr lang="it-IT" smtClean="0"/>
              <a:t>08/12/2012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6FFDA-B21F-4D06-ABF9-3BBC64D0D615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solidFill>
            <a:srgbClr val="00B0F0"/>
          </a:solidFill>
          <a:ln>
            <a:solidFill>
              <a:srgbClr val="002060"/>
            </a:solidFill>
          </a:ln>
        </p:spPr>
        <p:txBody>
          <a:bodyPr>
            <a:normAutofit/>
          </a:bodyPr>
          <a:lstStyle/>
          <a:p>
            <a:r>
              <a:rPr lang="it-IT" sz="5400" dirty="0" smtClean="0">
                <a:solidFill>
                  <a:srgbClr val="002060"/>
                </a:solidFill>
                <a:latin typeface="Adobe Garamond Pro" pitchFamily="18" charset="0"/>
                <a:cs typeface="Aharoni" pitchFamily="2" charset="-79"/>
              </a:rPr>
              <a:t>ERO MOLTO LONTANO</a:t>
            </a:r>
            <a:endParaRPr lang="it-IT" sz="5400" dirty="0">
              <a:solidFill>
                <a:srgbClr val="002060"/>
              </a:solidFill>
              <a:latin typeface="Adobe Garamond Pro" pitchFamily="18" charset="0"/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Ero molto lontano dalla via del cielo,</a:t>
            </a:r>
          </a:p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Ma qualcosa mi avvenne,voglio dirvi cos’e’:</a:t>
            </a:r>
          </a:p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Una voce sentii dentro al cuore cos’e’?</a:t>
            </a:r>
          </a:p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E’ la voce di Cristo che mi chiama a </a:t>
            </a:r>
            <a:r>
              <a:rPr lang="it-IT" sz="4800" dirty="0" err="1" smtClean="0">
                <a:solidFill>
                  <a:srgbClr val="002060"/>
                </a:solidFill>
                <a:latin typeface="+mj-lt"/>
                <a:cs typeface="Aharoni"/>
              </a:rPr>
              <a:t>se’</a:t>
            </a: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it-IT" sz="7200" dirty="0" smtClean="0">
                <a:solidFill>
                  <a:srgbClr val="002060"/>
                </a:solidFill>
                <a:latin typeface="+mj-lt"/>
                <a:cs typeface="Aharoni"/>
              </a:rPr>
              <a:t>Son salvato per grazia ed a lui io do la gloria,</a:t>
            </a:r>
          </a:p>
          <a:p>
            <a:pPr>
              <a:buNone/>
            </a:pPr>
            <a:r>
              <a:rPr lang="it-IT" sz="7200" dirty="0" smtClean="0">
                <a:solidFill>
                  <a:srgbClr val="002060"/>
                </a:solidFill>
                <a:latin typeface="+mj-lt"/>
                <a:cs typeface="Aharoni"/>
              </a:rPr>
              <a:t>Son salvato per grazia da Cristo </a:t>
            </a:r>
            <a:r>
              <a:rPr lang="it-IT" sz="7200" dirty="0" err="1" smtClean="0">
                <a:solidFill>
                  <a:srgbClr val="002060"/>
                </a:solidFill>
                <a:latin typeface="+mj-lt"/>
                <a:cs typeface="Aharoni"/>
              </a:rPr>
              <a:t>Gesu</a:t>
            </a:r>
            <a:r>
              <a:rPr lang="it-IT" sz="7200" dirty="0" smtClean="0">
                <a:solidFill>
                  <a:srgbClr val="002060"/>
                </a:solidFill>
                <a:latin typeface="+mj-lt"/>
                <a:cs typeface="Aharoni"/>
              </a:rPr>
              <a:t>’.(x2)</a:t>
            </a:r>
            <a:endParaRPr lang="it-IT" sz="7200" dirty="0">
              <a:solidFill>
                <a:srgbClr val="002060"/>
              </a:solidFill>
              <a:latin typeface="+mj-lt"/>
              <a:cs typeface="Aharon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Ero misero e ignudo, ero </a:t>
            </a:r>
            <a:r>
              <a:rPr lang="it-IT" sz="4800" dirty="0" err="1" smtClean="0">
                <a:solidFill>
                  <a:srgbClr val="002060"/>
                </a:solidFill>
                <a:latin typeface="+mj-lt"/>
                <a:cs typeface="Aharoni"/>
              </a:rPr>
              <a:t>pien</a:t>
            </a: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 di peccato,</a:t>
            </a:r>
          </a:p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Ma il signore mi accolse sul suo seno d’amor.</a:t>
            </a:r>
          </a:p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Il suo sangue mi lava,il suo amor mi conforta,</a:t>
            </a:r>
          </a:p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Son salvato per grazia da Cristo </a:t>
            </a:r>
            <a:r>
              <a:rPr lang="it-IT" sz="4800" dirty="0" err="1" smtClean="0">
                <a:solidFill>
                  <a:srgbClr val="002060"/>
                </a:solidFill>
                <a:latin typeface="+mj-lt"/>
                <a:cs typeface="Aharoni"/>
              </a:rPr>
              <a:t>Gesu</a:t>
            </a: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’.</a:t>
            </a:r>
            <a:endParaRPr lang="it-IT" sz="4800" dirty="0">
              <a:solidFill>
                <a:srgbClr val="002060"/>
              </a:solidFill>
              <a:latin typeface="+mj-lt"/>
              <a:cs typeface="Aharon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solidFill>
                  <a:srgbClr val="002060"/>
                </a:solidFill>
                <a:latin typeface="+mj-lt"/>
                <a:cs typeface="Aharoni"/>
              </a:rPr>
              <a:t>Son salvato per grazia ed a lui io do la gloria,</a:t>
            </a:r>
          </a:p>
          <a:p>
            <a:pPr>
              <a:buNone/>
            </a:pPr>
            <a:r>
              <a:rPr lang="it-IT" sz="7200" dirty="0" smtClean="0">
                <a:solidFill>
                  <a:srgbClr val="002060"/>
                </a:solidFill>
                <a:latin typeface="+mj-lt"/>
                <a:cs typeface="Aharoni"/>
              </a:rPr>
              <a:t>Son salvato per grazia da Cristo </a:t>
            </a:r>
            <a:r>
              <a:rPr lang="it-IT" sz="7200" dirty="0" err="1">
                <a:solidFill>
                  <a:srgbClr val="002060"/>
                </a:solidFill>
                <a:latin typeface="+mj-lt"/>
                <a:cs typeface="Aharoni"/>
              </a:rPr>
              <a:t>G</a:t>
            </a:r>
            <a:r>
              <a:rPr lang="it-IT" sz="7200" dirty="0" err="1" smtClean="0">
                <a:solidFill>
                  <a:srgbClr val="002060"/>
                </a:solidFill>
                <a:latin typeface="+mj-lt"/>
                <a:cs typeface="Aharoni"/>
              </a:rPr>
              <a:t>esu</a:t>
            </a:r>
            <a:r>
              <a:rPr lang="it-IT" sz="7200" dirty="0" smtClean="0">
                <a:solidFill>
                  <a:srgbClr val="002060"/>
                </a:solidFill>
                <a:latin typeface="+mj-lt"/>
                <a:cs typeface="Aharoni"/>
              </a:rPr>
              <a:t>’.(x2)</a:t>
            </a:r>
          </a:p>
          <a:p>
            <a:pPr>
              <a:buNone/>
            </a:pPr>
            <a:endParaRPr lang="it-IT" dirty="0">
              <a:latin typeface="+mj-lt"/>
              <a:cs typeface="Aharon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Ora voglio seguire ogni giorno il Signore,</a:t>
            </a:r>
          </a:p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La sua mano mi guida, essa e’ stesa per me.</a:t>
            </a:r>
          </a:p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Il suo ben mi conforta, mi da’ pace nel cuore,</a:t>
            </a:r>
          </a:p>
          <a:p>
            <a:pPr>
              <a:buNone/>
            </a:pP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Son salvato per grazia ed in cielo </a:t>
            </a:r>
            <a:r>
              <a:rPr lang="it-IT" sz="4800" dirty="0" err="1" smtClean="0">
                <a:solidFill>
                  <a:srgbClr val="002060"/>
                </a:solidFill>
                <a:latin typeface="+mj-lt"/>
                <a:cs typeface="Aharoni"/>
              </a:rPr>
              <a:t>andro’</a:t>
            </a:r>
            <a:r>
              <a:rPr lang="it-IT" sz="4800" dirty="0" smtClean="0">
                <a:solidFill>
                  <a:srgbClr val="002060"/>
                </a:solidFill>
                <a:latin typeface="+mj-lt"/>
                <a:cs typeface="Aharoni"/>
              </a:rPr>
              <a:t>.</a:t>
            </a:r>
            <a:endParaRPr lang="it-IT" sz="4800" dirty="0">
              <a:solidFill>
                <a:srgbClr val="002060"/>
              </a:solidFill>
              <a:latin typeface="+mj-lt"/>
              <a:cs typeface="Aharon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it-IT" sz="7200" dirty="0" smtClean="0">
                <a:solidFill>
                  <a:srgbClr val="002060"/>
                </a:solidFill>
                <a:latin typeface="+mj-lt"/>
                <a:cs typeface="Aharoni"/>
              </a:rPr>
              <a:t>Son salvato per grazia ed a lui io do la gloria,</a:t>
            </a:r>
          </a:p>
          <a:p>
            <a:pPr>
              <a:buNone/>
            </a:pPr>
            <a:r>
              <a:rPr lang="it-IT" sz="7200" dirty="0" smtClean="0">
                <a:solidFill>
                  <a:srgbClr val="002060"/>
                </a:solidFill>
                <a:latin typeface="+mj-lt"/>
                <a:cs typeface="Aharoni"/>
              </a:rPr>
              <a:t>Son salvato per grazia da Cristo </a:t>
            </a:r>
            <a:r>
              <a:rPr lang="it-IT" sz="7200" dirty="0" err="1" smtClean="0">
                <a:solidFill>
                  <a:srgbClr val="002060"/>
                </a:solidFill>
                <a:latin typeface="+mj-lt"/>
                <a:cs typeface="Aharoni"/>
              </a:rPr>
              <a:t>Gesu</a:t>
            </a:r>
            <a:r>
              <a:rPr lang="it-IT" sz="7200" dirty="0" smtClean="0">
                <a:solidFill>
                  <a:srgbClr val="002060"/>
                </a:solidFill>
                <a:latin typeface="+mj-lt"/>
                <a:cs typeface="Aharoni"/>
              </a:rPr>
              <a:t>’.(x2)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185</Words>
  <Application>Microsoft Office PowerPoint</Application>
  <PresentationFormat>Presentazione su schermo (4:3)</PresentationFormat>
  <Paragraphs>19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ERO MOLTO LONTANO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ERO MOLTO LONTANO</dc:title>
  <dc:creator>UTENTE</dc:creator>
  <cp:lastModifiedBy>Windows XP</cp:lastModifiedBy>
  <cp:revision>4</cp:revision>
  <dcterms:created xsi:type="dcterms:W3CDTF">2012-06-22T20:46:22Z</dcterms:created>
  <dcterms:modified xsi:type="dcterms:W3CDTF">2012-12-09T03:18:49Z</dcterms:modified>
</cp:coreProperties>
</file>