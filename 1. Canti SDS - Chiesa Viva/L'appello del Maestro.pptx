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67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523C-80C4-48FE-ADAB-8C7C241CB5A9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81BD-E2E0-493E-8A99-98355511C7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1380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523C-80C4-48FE-ADAB-8C7C241CB5A9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81BD-E2E0-493E-8A99-98355511C7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697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523C-80C4-48FE-ADAB-8C7C241CB5A9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81BD-E2E0-493E-8A99-98355511C7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2767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523C-80C4-48FE-ADAB-8C7C241CB5A9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81BD-E2E0-493E-8A99-98355511C7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76142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523C-80C4-48FE-ADAB-8C7C241CB5A9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81BD-E2E0-493E-8A99-98355511C7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740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523C-80C4-48FE-ADAB-8C7C241CB5A9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81BD-E2E0-493E-8A99-98355511C7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6805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523C-80C4-48FE-ADAB-8C7C241CB5A9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81BD-E2E0-493E-8A99-98355511C7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8144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523C-80C4-48FE-ADAB-8C7C241CB5A9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81BD-E2E0-493E-8A99-98355511C7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9746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523C-80C4-48FE-ADAB-8C7C241CB5A9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81BD-E2E0-493E-8A99-98355511C7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163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523C-80C4-48FE-ADAB-8C7C241CB5A9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81BD-E2E0-493E-8A99-98355511C7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19772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523C-80C4-48FE-ADAB-8C7C241CB5A9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B581BD-E2E0-493E-8A99-98355511C7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319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B6523C-80C4-48FE-ADAB-8C7C241CB5A9}" type="datetimeFigureOut">
              <a:rPr lang="it-IT" smtClean="0"/>
              <a:t>19/12/2015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581BD-E2E0-493E-8A99-98355511C79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74935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/>
        </p:nvSpPr>
        <p:spPr>
          <a:xfrm>
            <a:off x="385281" y="2708920"/>
            <a:ext cx="8373446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7200" b="1" dirty="0" smtClean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L’appello del Maestro</a:t>
            </a:r>
            <a:endParaRPr lang="it-IT" sz="72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70697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539552" y="1700808"/>
            <a:ext cx="79928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dirty="0" smtClean="0"/>
              <a:t>Echeggiò l’appello di Gesù</a:t>
            </a:r>
          </a:p>
          <a:p>
            <a:pPr algn="ctr"/>
            <a:r>
              <a:rPr lang="it-IT" sz="4800" dirty="0" smtClean="0"/>
              <a:t>«Chi sarà mio volontario?»</a:t>
            </a:r>
          </a:p>
          <a:p>
            <a:pPr algn="ctr"/>
            <a:r>
              <a:rPr lang="it-IT" sz="4800" dirty="0" smtClean="0"/>
              <a:t>Con amor risponder devi tu:</a:t>
            </a:r>
          </a:p>
          <a:p>
            <a:pPr algn="ctr"/>
            <a:r>
              <a:rPr lang="it-IT" sz="4800" dirty="0" smtClean="0"/>
              <a:t>«Fa di me un missionario».</a:t>
            </a:r>
          </a:p>
        </p:txBody>
      </p:sp>
    </p:spTree>
    <p:extLst>
      <p:ext uri="{BB962C8B-B14F-4D97-AF65-F5344CB8AC3E}">
        <p14:creationId xmlns:p14="http://schemas.microsoft.com/office/powerpoint/2010/main" val="3232280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539552" y="1196752"/>
            <a:ext cx="79928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dirty="0" smtClean="0"/>
              <a:t>Missionario del Signore,</a:t>
            </a:r>
          </a:p>
          <a:p>
            <a:pPr algn="ctr"/>
            <a:r>
              <a:rPr lang="it-IT" sz="4800" dirty="0" smtClean="0"/>
              <a:t>Volontario del gran Re dei re.</a:t>
            </a:r>
          </a:p>
          <a:p>
            <a:pPr algn="ctr"/>
            <a:r>
              <a:rPr lang="it-IT" sz="4800" dirty="0" smtClean="0"/>
              <a:t>Va, proclama al mondo il grande amor</a:t>
            </a:r>
          </a:p>
          <a:p>
            <a:pPr algn="ctr"/>
            <a:r>
              <a:rPr lang="it-IT" sz="4800" dirty="0" smtClean="0"/>
              <a:t>Che salvò, che avvinse te.</a:t>
            </a:r>
          </a:p>
        </p:txBody>
      </p:sp>
    </p:spTree>
    <p:extLst>
      <p:ext uri="{BB962C8B-B14F-4D97-AF65-F5344CB8AC3E}">
        <p14:creationId xmlns:p14="http://schemas.microsoft.com/office/powerpoint/2010/main" val="245808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517416" y="1412776"/>
            <a:ext cx="79928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dirty="0" smtClean="0"/>
              <a:t>Il cammino che Gesù seguì</a:t>
            </a:r>
          </a:p>
          <a:p>
            <a:pPr algn="ctr"/>
            <a:r>
              <a:rPr lang="it-IT" sz="4800" dirty="0" smtClean="0"/>
              <a:t>Lo propone anche a te.</a:t>
            </a:r>
          </a:p>
          <a:p>
            <a:pPr algn="ctr"/>
            <a:r>
              <a:rPr lang="it-IT" sz="4800" dirty="0" smtClean="0"/>
              <a:t>Sul peccato la vittoria avrai,</a:t>
            </a:r>
          </a:p>
          <a:p>
            <a:pPr algn="ctr"/>
            <a:r>
              <a:rPr lang="it-IT" sz="4800" dirty="0" smtClean="0"/>
              <a:t>Se con Lui camminerai.</a:t>
            </a:r>
          </a:p>
        </p:txBody>
      </p:sp>
    </p:spTree>
    <p:extLst>
      <p:ext uri="{BB962C8B-B14F-4D97-AF65-F5344CB8AC3E}">
        <p14:creationId xmlns:p14="http://schemas.microsoft.com/office/powerpoint/2010/main" val="4043481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539552" y="1196752"/>
            <a:ext cx="79928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dirty="0" smtClean="0"/>
              <a:t>Missionario del Signore,</a:t>
            </a:r>
          </a:p>
          <a:p>
            <a:pPr algn="ctr"/>
            <a:r>
              <a:rPr lang="it-IT" sz="4800" dirty="0" smtClean="0"/>
              <a:t>Volontario del gran Re dei re.</a:t>
            </a:r>
          </a:p>
          <a:p>
            <a:pPr algn="ctr"/>
            <a:r>
              <a:rPr lang="it-IT" sz="4800" dirty="0" smtClean="0"/>
              <a:t>Va, proclama al mondo il grande amor</a:t>
            </a:r>
          </a:p>
          <a:p>
            <a:pPr algn="ctr"/>
            <a:r>
              <a:rPr lang="it-IT" sz="4800" dirty="0" smtClean="0"/>
              <a:t>Che salvò, che avvinse te.</a:t>
            </a:r>
          </a:p>
        </p:txBody>
      </p:sp>
    </p:spTree>
    <p:extLst>
      <p:ext uri="{BB962C8B-B14F-4D97-AF65-F5344CB8AC3E}">
        <p14:creationId xmlns:p14="http://schemas.microsoft.com/office/powerpoint/2010/main" val="336581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517416" y="1412776"/>
            <a:ext cx="79928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dirty="0" smtClean="0"/>
              <a:t>Quando alfine</a:t>
            </a:r>
          </a:p>
          <a:p>
            <a:pPr algn="ctr"/>
            <a:r>
              <a:rPr lang="it-IT" sz="4800" dirty="0" smtClean="0"/>
              <a:t>Il giorno giungerà,</a:t>
            </a:r>
          </a:p>
          <a:p>
            <a:pPr algn="ctr"/>
            <a:r>
              <a:rPr lang="it-IT" sz="4800" dirty="0" smtClean="0"/>
              <a:t>Tutti insieme noi </a:t>
            </a:r>
            <a:r>
              <a:rPr lang="it-IT" sz="4800" dirty="0" err="1" smtClean="0"/>
              <a:t>sarem</a:t>
            </a:r>
            <a:r>
              <a:rPr lang="it-IT" sz="4800" dirty="0" smtClean="0"/>
              <a:t>;</a:t>
            </a:r>
          </a:p>
          <a:p>
            <a:pPr algn="ctr"/>
            <a:r>
              <a:rPr lang="it-IT" sz="4800" dirty="0" smtClean="0"/>
              <a:t>Il Signor dal cielo tornerà,</a:t>
            </a:r>
          </a:p>
          <a:p>
            <a:pPr algn="ctr"/>
            <a:r>
              <a:rPr lang="it-IT" sz="4800" dirty="0" smtClean="0"/>
              <a:t>E con Lui trionferemo.</a:t>
            </a:r>
          </a:p>
        </p:txBody>
      </p:sp>
    </p:spTree>
    <p:extLst>
      <p:ext uri="{BB962C8B-B14F-4D97-AF65-F5344CB8AC3E}">
        <p14:creationId xmlns:p14="http://schemas.microsoft.com/office/powerpoint/2010/main" val="4283433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539552" y="1196752"/>
            <a:ext cx="799288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dirty="0" smtClean="0"/>
              <a:t>Missionario del Signore,</a:t>
            </a:r>
          </a:p>
          <a:p>
            <a:pPr algn="ctr"/>
            <a:r>
              <a:rPr lang="it-IT" sz="4800" dirty="0" smtClean="0"/>
              <a:t>Volontario del gran Re dei re.</a:t>
            </a:r>
          </a:p>
          <a:p>
            <a:pPr algn="ctr"/>
            <a:r>
              <a:rPr lang="it-IT" sz="4800" dirty="0" smtClean="0"/>
              <a:t>Va, proclama al mondo il grande amor</a:t>
            </a:r>
          </a:p>
          <a:p>
            <a:pPr algn="ctr"/>
            <a:r>
              <a:rPr lang="it-IT" sz="4800" dirty="0" smtClean="0"/>
              <a:t>Che salvò, che avvinse te.</a:t>
            </a:r>
          </a:p>
        </p:txBody>
      </p:sp>
    </p:spTree>
    <p:extLst>
      <p:ext uri="{BB962C8B-B14F-4D97-AF65-F5344CB8AC3E}">
        <p14:creationId xmlns:p14="http://schemas.microsoft.com/office/powerpoint/2010/main" val="840270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148</Words>
  <Application>Microsoft Office PowerPoint</Application>
  <PresentationFormat>Presentazione su schermo (4:3)</PresentationFormat>
  <Paragraphs>26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GRUPPO MERATE</dc:creator>
  <cp:lastModifiedBy>GRUPPO MERATE</cp:lastModifiedBy>
  <cp:revision>2</cp:revision>
  <dcterms:created xsi:type="dcterms:W3CDTF">2015-12-19T13:16:33Z</dcterms:created>
  <dcterms:modified xsi:type="dcterms:W3CDTF">2015-12-19T13:26:53Z</dcterms:modified>
</cp:coreProperties>
</file>