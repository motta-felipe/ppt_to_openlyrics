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C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-648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3897336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6682624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8410754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0612554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80396826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29631273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7990797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3815336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820033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495887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80842851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2000">
              <a:srgbClr val="FFFF00"/>
            </a:gs>
            <a:gs pos="69000">
              <a:srgbClr val="0070C0"/>
            </a:gs>
            <a:gs pos="100000">
              <a:srgbClr val="0CCE0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98A0D-578B-4972-96E7-7BBCD141E5A6}" type="datetimeFigureOut">
              <a:rPr lang="it-IT" smtClean="0"/>
              <a:t>13/06/2014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740AA-F8BF-4E46-9C63-43D7831C543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8513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blinds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1230258" y="687774"/>
            <a:ext cx="9705734" cy="31547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99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Kumbaya</a:t>
            </a:r>
            <a:endParaRPr lang="it-IT" sz="199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3267293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-42204" y="402217"/>
            <a:ext cx="12192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0" dirty="0" smtClean="0"/>
              <a:t>Noi crediamo in te, o Signor</a:t>
            </a:r>
          </a:p>
          <a:p>
            <a:pPr algn="ctr"/>
            <a:r>
              <a:rPr lang="it-IT" sz="8000" dirty="0" smtClean="0"/>
              <a:t>Noi cerchiamo te, o signor</a:t>
            </a:r>
          </a:p>
          <a:p>
            <a:pPr algn="ctr"/>
            <a:r>
              <a:rPr lang="it-IT" sz="8000" dirty="0" smtClean="0"/>
              <a:t>Noi amiamo te, o Signor</a:t>
            </a:r>
          </a:p>
          <a:p>
            <a:pPr algn="ctr"/>
            <a:r>
              <a:rPr lang="it-IT" sz="8000" dirty="0" smtClean="0"/>
              <a:t>Tu ci ascolti, o </a:t>
            </a:r>
            <a:r>
              <a:rPr lang="it-IT" sz="8000" dirty="0" smtClean="0"/>
              <a:t>Signor</a:t>
            </a:r>
          </a:p>
          <a:p>
            <a:pPr algn="ctr"/>
            <a:r>
              <a:rPr lang="it-IT" sz="8000" dirty="0"/>
              <a:t>Tu ci ascolti, o Signor</a:t>
            </a:r>
          </a:p>
          <a:p>
            <a:pPr algn="ctr"/>
            <a:endParaRPr lang="it-IT" sz="8000" dirty="0"/>
          </a:p>
        </p:txBody>
      </p:sp>
    </p:spTree>
    <p:extLst>
      <p:ext uri="{BB962C8B-B14F-4D97-AF65-F5344CB8AC3E}">
        <p14:creationId xmlns:p14="http://schemas.microsoft.com/office/powerpoint/2010/main" val="3461562495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317811"/>
            <a:ext cx="12192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0" dirty="0" smtClean="0"/>
              <a:t>Noi cerchiamo te, o Signor</a:t>
            </a:r>
          </a:p>
          <a:p>
            <a:pPr algn="ctr"/>
            <a:r>
              <a:rPr lang="it-IT" sz="8000" dirty="0" smtClean="0"/>
              <a:t>Noi speriamo in te, o Signor</a:t>
            </a:r>
          </a:p>
          <a:p>
            <a:pPr algn="ctr"/>
            <a:r>
              <a:rPr lang="it-IT" sz="8000" dirty="0" smtClean="0"/>
              <a:t>Noi cantiamo a te, o Signor</a:t>
            </a:r>
          </a:p>
          <a:p>
            <a:pPr algn="ctr"/>
            <a:r>
              <a:rPr lang="it-IT" sz="8000" dirty="0" smtClean="0"/>
              <a:t>Tu ci ascolti, o </a:t>
            </a:r>
            <a:r>
              <a:rPr lang="it-IT" sz="8000" dirty="0" smtClean="0"/>
              <a:t>Signor</a:t>
            </a:r>
          </a:p>
          <a:p>
            <a:pPr algn="ctr"/>
            <a:r>
              <a:rPr lang="it-IT" sz="8000" dirty="0"/>
              <a:t>Tu ci ascolti, o Signor</a:t>
            </a:r>
            <a:endParaRPr lang="it-IT" sz="8000" dirty="0"/>
          </a:p>
        </p:txBody>
      </p:sp>
    </p:spTree>
    <p:extLst>
      <p:ext uri="{BB962C8B-B14F-4D97-AF65-F5344CB8AC3E}">
        <p14:creationId xmlns:p14="http://schemas.microsoft.com/office/powerpoint/2010/main" val="4029381835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486426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/>
              <a:t>Sei con noi, Signor, sei con noi</a:t>
            </a:r>
          </a:p>
          <a:p>
            <a:pPr algn="ctr"/>
            <a:r>
              <a:rPr lang="it-IT" sz="7200" dirty="0" smtClean="0"/>
              <a:t>Nella gloria tu sei con noi</a:t>
            </a:r>
          </a:p>
          <a:p>
            <a:pPr algn="ctr"/>
            <a:r>
              <a:rPr lang="it-IT" sz="7200" dirty="0" smtClean="0"/>
              <a:t>Nel </a:t>
            </a:r>
            <a:r>
              <a:rPr lang="it-IT" sz="7200" dirty="0" smtClean="0"/>
              <a:t>dolore tu </a:t>
            </a:r>
            <a:r>
              <a:rPr lang="it-IT" sz="7200" dirty="0" smtClean="0"/>
              <a:t>sei con noi</a:t>
            </a:r>
          </a:p>
          <a:p>
            <a:pPr algn="ctr"/>
            <a:r>
              <a:rPr lang="it-IT" sz="7200" dirty="0" smtClean="0"/>
              <a:t>Tu per sempre sei con </a:t>
            </a:r>
            <a:r>
              <a:rPr lang="it-IT" sz="7200" dirty="0" smtClean="0"/>
              <a:t>noi</a:t>
            </a:r>
          </a:p>
          <a:p>
            <a:pPr algn="ctr"/>
            <a:r>
              <a:rPr lang="it-IT" sz="7200" dirty="0"/>
              <a:t>Tu per sempre sei con noi</a:t>
            </a:r>
          </a:p>
          <a:p>
            <a:pPr algn="ctr"/>
            <a:endParaRPr lang="it-IT" sz="7200" dirty="0"/>
          </a:p>
        </p:txBody>
      </p:sp>
    </p:spTree>
    <p:extLst>
      <p:ext uri="{BB962C8B-B14F-4D97-AF65-F5344CB8AC3E}">
        <p14:creationId xmlns:p14="http://schemas.microsoft.com/office/powerpoint/2010/main" val="2103186301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584900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dirty="0" smtClean="0"/>
              <a:t>C’è chi prega Signor: vieni qui</a:t>
            </a:r>
          </a:p>
          <a:p>
            <a:pPr algn="ctr"/>
            <a:r>
              <a:rPr lang="it-IT" sz="7200" dirty="0" smtClean="0"/>
              <a:t>C’è chi soffre signor: vieni qui</a:t>
            </a:r>
          </a:p>
          <a:p>
            <a:pPr algn="ctr"/>
            <a:r>
              <a:rPr lang="it-IT" sz="7200" dirty="0" smtClean="0"/>
              <a:t>C’è chi opera Signor: vieni qui</a:t>
            </a:r>
          </a:p>
          <a:p>
            <a:pPr algn="ctr"/>
            <a:r>
              <a:rPr lang="it-IT" sz="7200" dirty="0" smtClean="0"/>
              <a:t>O Signor, vieni </a:t>
            </a:r>
            <a:r>
              <a:rPr lang="it-IT" sz="7200" dirty="0" smtClean="0"/>
              <a:t>qui</a:t>
            </a:r>
          </a:p>
          <a:p>
            <a:pPr algn="ctr"/>
            <a:r>
              <a:rPr lang="it-IT" sz="7200" dirty="0"/>
              <a:t>O Signor, vieni qui</a:t>
            </a:r>
          </a:p>
          <a:p>
            <a:pPr algn="ctr"/>
            <a:endParaRPr lang="it-IT" sz="7200" dirty="0"/>
          </a:p>
        </p:txBody>
      </p:sp>
    </p:spTree>
    <p:extLst>
      <p:ext uri="{BB962C8B-B14F-4D97-AF65-F5344CB8AC3E}">
        <p14:creationId xmlns:p14="http://schemas.microsoft.com/office/powerpoint/2010/main" val="2302002752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94769"/>
            <a:ext cx="12192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0" dirty="0" smtClean="0"/>
              <a:t>Kumbaya, Signor, Kumbaya</a:t>
            </a:r>
          </a:p>
          <a:p>
            <a:pPr algn="ctr"/>
            <a:r>
              <a:rPr lang="it-IT" sz="8000" dirty="0" smtClean="0"/>
              <a:t>Kumbaya, Signor, Kumbaya</a:t>
            </a:r>
          </a:p>
          <a:p>
            <a:pPr algn="ctr"/>
            <a:r>
              <a:rPr lang="it-IT" sz="8000" dirty="0" smtClean="0"/>
              <a:t>Kumbaya, Signor, Kumbaya</a:t>
            </a:r>
          </a:p>
          <a:p>
            <a:pPr algn="ctr"/>
            <a:r>
              <a:rPr lang="it-IT" sz="8000" dirty="0" smtClean="0"/>
              <a:t>Signor, </a:t>
            </a:r>
            <a:r>
              <a:rPr lang="it-IT" sz="8000" dirty="0" err="1" smtClean="0"/>
              <a:t>Kumbaya</a:t>
            </a:r>
            <a:endParaRPr lang="it-IT" sz="8000" dirty="0" smtClean="0"/>
          </a:p>
          <a:p>
            <a:pPr algn="ctr"/>
            <a:r>
              <a:rPr lang="it-IT" sz="8000" dirty="0"/>
              <a:t>Signor, </a:t>
            </a:r>
            <a:r>
              <a:rPr lang="it-IT" sz="8000" dirty="0" err="1"/>
              <a:t>Kumbaya</a:t>
            </a:r>
            <a:endParaRPr lang="it-IT" sz="8000" dirty="0"/>
          </a:p>
          <a:p>
            <a:pPr algn="ctr"/>
            <a:endParaRPr lang="it-IT" sz="8000" dirty="0"/>
          </a:p>
        </p:txBody>
      </p:sp>
    </p:spTree>
    <p:extLst>
      <p:ext uri="{BB962C8B-B14F-4D97-AF65-F5344CB8AC3E}">
        <p14:creationId xmlns:p14="http://schemas.microsoft.com/office/powerpoint/2010/main" val="3018374540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149</Words>
  <Application>Microsoft Office PowerPoint</Application>
  <PresentationFormat>Personalizzato</PresentationFormat>
  <Paragraphs>26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Gioele Rigitano</dc:creator>
  <cp:lastModifiedBy>GRUPPO MERATE</cp:lastModifiedBy>
  <cp:revision>5</cp:revision>
  <dcterms:created xsi:type="dcterms:W3CDTF">2014-06-11T15:17:10Z</dcterms:created>
  <dcterms:modified xsi:type="dcterms:W3CDTF">2014-06-13T18:45:22Z</dcterms:modified>
</cp:coreProperties>
</file>