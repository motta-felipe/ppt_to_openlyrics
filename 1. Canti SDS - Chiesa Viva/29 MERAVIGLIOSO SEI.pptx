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6181-F9E5-4037-9684-DB05BF598836}" type="datetimeFigureOut">
              <a:rPr lang="it-IT" smtClean="0"/>
              <a:t>03/05/2014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58207-A319-4BB9-A671-AAFF38A45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2828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6181-F9E5-4037-9684-DB05BF598836}" type="datetimeFigureOut">
              <a:rPr lang="it-IT" smtClean="0"/>
              <a:t>03/05/2014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58207-A319-4BB9-A671-AAFF38A45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205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6181-F9E5-4037-9684-DB05BF598836}" type="datetimeFigureOut">
              <a:rPr lang="it-IT" smtClean="0"/>
              <a:t>03/05/2014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58207-A319-4BB9-A671-AAFF38A45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017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6181-F9E5-4037-9684-DB05BF598836}" type="datetimeFigureOut">
              <a:rPr lang="it-IT" smtClean="0"/>
              <a:t>03/05/2014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58207-A319-4BB9-A671-AAFF38A45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0811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6181-F9E5-4037-9684-DB05BF598836}" type="datetimeFigureOut">
              <a:rPr lang="it-IT" smtClean="0"/>
              <a:t>03/05/2014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58207-A319-4BB9-A671-AAFF38A45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9609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6181-F9E5-4037-9684-DB05BF598836}" type="datetimeFigureOut">
              <a:rPr lang="it-IT" smtClean="0"/>
              <a:t>03/05/2014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58207-A319-4BB9-A671-AAFF38A45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6593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6181-F9E5-4037-9684-DB05BF598836}" type="datetimeFigureOut">
              <a:rPr lang="it-IT" smtClean="0"/>
              <a:t>03/05/2014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58207-A319-4BB9-A671-AAFF38A45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9602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6181-F9E5-4037-9684-DB05BF598836}" type="datetimeFigureOut">
              <a:rPr lang="it-IT" smtClean="0"/>
              <a:t>03/05/2014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58207-A319-4BB9-A671-AAFF38A45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897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6181-F9E5-4037-9684-DB05BF598836}" type="datetimeFigureOut">
              <a:rPr lang="it-IT" smtClean="0"/>
              <a:t>03/05/2014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58207-A319-4BB9-A671-AAFF38A45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162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6181-F9E5-4037-9684-DB05BF598836}" type="datetimeFigureOut">
              <a:rPr lang="it-IT" smtClean="0"/>
              <a:t>03/05/2014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58207-A319-4BB9-A671-AAFF38A45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902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6181-F9E5-4037-9684-DB05BF598836}" type="datetimeFigureOut">
              <a:rPr lang="it-IT" smtClean="0"/>
              <a:t>03/05/2014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58207-A319-4BB9-A671-AAFF38A45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2488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00B0F0"/>
            </a:gs>
            <a:gs pos="70000">
              <a:srgbClr val="FFC000">
                <a:lumMod val="99000"/>
              </a:srgbClr>
            </a:gs>
            <a:gs pos="100000">
              <a:srgbClr val="FF006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E6181-F9E5-4037-9684-DB05BF598836}" type="datetimeFigureOut">
              <a:rPr lang="it-IT" smtClean="0"/>
              <a:t>03/05/2014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58207-A319-4BB9-A671-AAFF38A458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475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it-IT" sz="10000" dirty="0" smtClean="0">
                <a:latin typeface="Berlin Sans FB Demi" panose="020E0802020502020306" pitchFamily="34" charset="0"/>
              </a:rPr>
              <a:t>Meraviglioso sei</a:t>
            </a:r>
            <a:endParaRPr lang="it-IT" sz="100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972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76672"/>
            <a:ext cx="8219256" cy="56494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000" dirty="0" smtClean="0">
                <a:latin typeface="Berlin Sans FB Demi" panose="020E0802020502020306" pitchFamily="34" charset="0"/>
              </a:rPr>
              <a:t>Meraviglioso sei, chi è pari a Te, Gesù?</a:t>
            </a:r>
          </a:p>
          <a:p>
            <a:pPr marL="0" indent="0" algn="ctr">
              <a:buNone/>
            </a:pPr>
            <a:r>
              <a:rPr lang="it-IT" sz="6000" dirty="0" smtClean="0">
                <a:latin typeface="Berlin Sans FB Demi" panose="020E0802020502020306" pitchFamily="34" charset="0"/>
              </a:rPr>
              <a:t>Solo </a:t>
            </a:r>
            <a:r>
              <a:rPr lang="it-IT" sz="6000" dirty="0">
                <a:latin typeface="Berlin Sans FB Demi" panose="020E0802020502020306" pitchFamily="34" charset="0"/>
              </a:rPr>
              <a:t>T</a:t>
            </a:r>
            <a:r>
              <a:rPr lang="it-IT" sz="6000" dirty="0" smtClean="0">
                <a:latin typeface="Berlin Sans FB Demi" panose="020E0802020502020306" pitchFamily="34" charset="0"/>
              </a:rPr>
              <a:t>u puoi ristorar e rinnovar </a:t>
            </a:r>
          </a:p>
          <a:p>
            <a:pPr marL="0" indent="0" algn="ctr">
              <a:buNone/>
            </a:pPr>
            <a:r>
              <a:rPr lang="it-IT" sz="6000" dirty="0" smtClean="0">
                <a:latin typeface="Berlin Sans FB Demi" panose="020E0802020502020306" pitchFamily="34" charset="0"/>
              </a:rPr>
              <a:t>Il mio cuor…</a:t>
            </a:r>
            <a:endParaRPr lang="it-IT" sz="60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8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Meraviglioso sei,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Per l’eternità il canto mio sarai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Hai conquistato ogni parte di me,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Meraviglioso sei!!!</a:t>
            </a:r>
            <a:endParaRPr lang="it-IT" sz="48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68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dirty="0" smtClean="0">
                <a:latin typeface="Berlin Sans FB Demi" panose="020E0802020502020306" pitchFamily="34" charset="0"/>
              </a:rPr>
              <a:t>Padre di grazia</a:t>
            </a:r>
          </a:p>
          <a:p>
            <a:pPr marL="0" indent="0" algn="ctr">
              <a:buNone/>
            </a:pPr>
            <a:r>
              <a:rPr lang="it-IT" sz="6000" dirty="0" smtClean="0">
                <a:latin typeface="Berlin Sans FB Demi" panose="020E0802020502020306" pitchFamily="34" charset="0"/>
              </a:rPr>
              <a:t>Nessun altro è come Te</a:t>
            </a:r>
          </a:p>
          <a:p>
            <a:pPr marL="0" indent="0" algn="ctr">
              <a:buNone/>
            </a:pPr>
            <a:r>
              <a:rPr lang="it-IT" sz="6000" dirty="0" smtClean="0">
                <a:latin typeface="Berlin Sans FB Demi" panose="020E0802020502020306" pitchFamily="34" charset="0"/>
              </a:rPr>
              <a:t>Tu soltanto puoi guarir</a:t>
            </a:r>
          </a:p>
          <a:p>
            <a:pPr marL="0" indent="0" algn="ctr">
              <a:buNone/>
            </a:pPr>
            <a:r>
              <a:rPr lang="it-IT" sz="6000" dirty="0" smtClean="0">
                <a:latin typeface="Berlin Sans FB Demi" panose="020E0802020502020306" pitchFamily="34" charset="0"/>
              </a:rPr>
              <a:t>Le ferite che ho nel mio cuor.</a:t>
            </a:r>
            <a:endParaRPr lang="it-IT" sz="60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15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Meraviglioso sei,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Per l’eternità il canto mio sarai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Hai conquistato ogni parte di me,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Meraviglioso sei!!!</a:t>
            </a:r>
            <a:endParaRPr lang="it-IT" sz="48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346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136501"/>
            <a:ext cx="8229600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dirty="0" smtClean="0">
                <a:latin typeface="Berlin Sans FB Demi" panose="020E0802020502020306" pitchFamily="34" charset="0"/>
              </a:rPr>
              <a:t>Io </a:t>
            </a:r>
            <a:r>
              <a:rPr lang="it-IT" sz="6000" dirty="0" smtClean="0">
                <a:latin typeface="Berlin Sans FB Demi" panose="020E0802020502020306" pitchFamily="34" charset="0"/>
              </a:rPr>
              <a:t>non desidero che te…</a:t>
            </a:r>
          </a:p>
          <a:p>
            <a:pPr marL="0" indent="0" algn="ctr">
              <a:buNone/>
            </a:pPr>
            <a:r>
              <a:rPr lang="it-IT" sz="6000" dirty="0" smtClean="0">
                <a:latin typeface="Berlin Sans FB Demi" panose="020E0802020502020306" pitchFamily="34" charset="0"/>
              </a:rPr>
              <a:t>Io non desidero che te…</a:t>
            </a:r>
          </a:p>
          <a:p>
            <a:pPr marL="0" indent="0" algn="ctr">
              <a:buNone/>
            </a:pPr>
            <a:r>
              <a:rPr lang="it-IT" sz="6000" dirty="0" smtClean="0">
                <a:latin typeface="Berlin Sans FB Demi" panose="020E0802020502020306" pitchFamily="34" charset="0"/>
              </a:rPr>
              <a:t>Io non desidero che te…</a:t>
            </a:r>
          </a:p>
          <a:p>
            <a:pPr marL="0" indent="0" algn="ctr">
              <a:buNone/>
            </a:pPr>
            <a:r>
              <a:rPr lang="it-IT" sz="6000" dirty="0" smtClean="0">
                <a:latin typeface="Berlin Sans FB Demi" panose="020E0802020502020306" pitchFamily="34" charset="0"/>
              </a:rPr>
              <a:t>Io non desidero che te…</a:t>
            </a:r>
          </a:p>
        </p:txBody>
      </p:sp>
    </p:spTree>
    <p:extLst>
      <p:ext uri="{BB962C8B-B14F-4D97-AF65-F5344CB8AC3E}">
        <p14:creationId xmlns:p14="http://schemas.microsoft.com/office/powerpoint/2010/main" val="1280149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105</Words>
  <Application>Microsoft Office PowerPoint</Application>
  <PresentationFormat>Presentazione su schermo (4:3)</PresentationFormat>
  <Paragraphs>20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7" baseType="lpstr">
      <vt:lpstr>Tema di Office</vt:lpstr>
      <vt:lpstr>Meraviglioso sei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Meraviglioso sei</dc:title>
  <dc:creator>Windows XP</dc:creator>
  <cp:lastModifiedBy>GRUPPO MERATE</cp:lastModifiedBy>
  <cp:revision>3</cp:revision>
  <dcterms:created xsi:type="dcterms:W3CDTF">2013-11-01T19:59:38Z</dcterms:created>
  <dcterms:modified xsi:type="dcterms:W3CDTF">2014-05-03T07:36:24Z</dcterms:modified>
</cp:coreProperties>
</file>