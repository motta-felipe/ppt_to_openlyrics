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36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B3BCA-B045-4504-8E67-D5B1CE79624B}" type="datetimeFigureOut">
              <a:rPr lang="it-IT" smtClean="0"/>
              <a:pPr/>
              <a:t>20/07/2012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1D34E-B1D6-44E3-8F6C-CA8E2C5F3148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B3BCA-B045-4504-8E67-D5B1CE79624B}" type="datetimeFigureOut">
              <a:rPr lang="it-IT" smtClean="0"/>
              <a:pPr/>
              <a:t>20/07/2012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1D34E-B1D6-44E3-8F6C-CA8E2C5F3148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B3BCA-B045-4504-8E67-D5B1CE79624B}" type="datetimeFigureOut">
              <a:rPr lang="it-IT" smtClean="0"/>
              <a:pPr/>
              <a:t>20/07/2012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1D34E-B1D6-44E3-8F6C-CA8E2C5F3148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B3BCA-B045-4504-8E67-D5B1CE79624B}" type="datetimeFigureOut">
              <a:rPr lang="it-IT" smtClean="0"/>
              <a:pPr/>
              <a:t>20/07/2012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1D34E-B1D6-44E3-8F6C-CA8E2C5F3148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B3BCA-B045-4504-8E67-D5B1CE79624B}" type="datetimeFigureOut">
              <a:rPr lang="it-IT" smtClean="0"/>
              <a:pPr/>
              <a:t>20/07/2012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1D34E-B1D6-44E3-8F6C-CA8E2C5F3148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B3BCA-B045-4504-8E67-D5B1CE79624B}" type="datetimeFigureOut">
              <a:rPr lang="it-IT" smtClean="0"/>
              <a:pPr/>
              <a:t>20/07/2012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1D34E-B1D6-44E3-8F6C-CA8E2C5F3148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B3BCA-B045-4504-8E67-D5B1CE79624B}" type="datetimeFigureOut">
              <a:rPr lang="it-IT" smtClean="0"/>
              <a:pPr/>
              <a:t>20/07/2012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1D34E-B1D6-44E3-8F6C-CA8E2C5F3148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B3BCA-B045-4504-8E67-D5B1CE79624B}" type="datetimeFigureOut">
              <a:rPr lang="it-IT" smtClean="0"/>
              <a:pPr/>
              <a:t>20/07/2012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1D34E-B1D6-44E3-8F6C-CA8E2C5F3148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B3BCA-B045-4504-8E67-D5B1CE79624B}" type="datetimeFigureOut">
              <a:rPr lang="it-IT" smtClean="0"/>
              <a:pPr/>
              <a:t>20/07/2012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1D34E-B1D6-44E3-8F6C-CA8E2C5F3148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B3BCA-B045-4504-8E67-D5B1CE79624B}" type="datetimeFigureOut">
              <a:rPr lang="it-IT" smtClean="0"/>
              <a:pPr/>
              <a:t>20/07/2012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1D34E-B1D6-44E3-8F6C-CA8E2C5F3148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B3BCA-B045-4504-8E67-D5B1CE79624B}" type="datetimeFigureOut">
              <a:rPr lang="it-IT" smtClean="0"/>
              <a:pPr/>
              <a:t>20/07/2012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1D34E-B1D6-44E3-8F6C-CA8E2C5F3148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B3BCA-B045-4504-8E67-D5B1CE79624B}" type="datetimeFigureOut">
              <a:rPr lang="it-IT" smtClean="0"/>
              <a:pPr/>
              <a:t>20/07/2012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11D34E-B1D6-44E3-8F6C-CA8E2C5F3148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467544" y="292494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it-IT" b="1" dirty="0" smtClean="0"/>
              <a:t>Tengo </a:t>
            </a:r>
            <a:r>
              <a:rPr lang="it-IT" b="1" dirty="0" err="1" smtClean="0"/>
              <a:t>paz</a:t>
            </a:r>
            <a:r>
              <a:rPr lang="it-IT" dirty="0" smtClean="0"/>
              <a:t/>
            </a:r>
            <a:br>
              <a:rPr lang="it-IT" dirty="0" smtClean="0"/>
            </a:br>
            <a:r>
              <a:rPr lang="it-IT" dirty="0" smtClean="0"/>
              <a:t/>
            </a:r>
            <a:br>
              <a:rPr lang="it-IT" dirty="0" smtClean="0"/>
            </a:br>
            <a:r>
              <a:rPr lang="it-IT" dirty="0" smtClean="0"/>
              <a:t>Tengo </a:t>
            </a:r>
            <a:r>
              <a:rPr lang="it-IT" dirty="0" err="1" smtClean="0"/>
              <a:t>paz</a:t>
            </a:r>
            <a:r>
              <a:rPr lang="it-IT" dirty="0" smtClean="0"/>
              <a:t> </a:t>
            </a:r>
            <a:r>
              <a:rPr lang="it-IT" dirty="0" err="1" smtClean="0"/>
              <a:t>como</a:t>
            </a:r>
            <a:r>
              <a:rPr lang="it-IT" dirty="0" smtClean="0"/>
              <a:t> un rio, </a:t>
            </a:r>
            <a:br>
              <a:rPr lang="it-IT" dirty="0" smtClean="0"/>
            </a:br>
            <a:r>
              <a:rPr lang="it-IT" dirty="0" smtClean="0"/>
              <a:t>tengo </a:t>
            </a:r>
            <a:r>
              <a:rPr lang="it-IT" dirty="0" err="1" smtClean="0"/>
              <a:t>paz</a:t>
            </a:r>
            <a:r>
              <a:rPr lang="it-IT" dirty="0" smtClean="0"/>
              <a:t> </a:t>
            </a:r>
            <a:r>
              <a:rPr lang="it-IT" dirty="0" err="1" smtClean="0"/>
              <a:t>como</a:t>
            </a:r>
            <a:r>
              <a:rPr lang="it-IT" dirty="0" smtClean="0"/>
              <a:t> un rio,</a:t>
            </a:r>
            <a:br>
              <a:rPr lang="it-IT" dirty="0" smtClean="0"/>
            </a:br>
            <a:r>
              <a:rPr lang="it-IT" dirty="0" smtClean="0"/>
              <a:t>tengo </a:t>
            </a:r>
            <a:r>
              <a:rPr lang="it-IT" dirty="0" err="1" smtClean="0"/>
              <a:t>paz</a:t>
            </a:r>
            <a:r>
              <a:rPr lang="it-IT" dirty="0" smtClean="0"/>
              <a:t> </a:t>
            </a:r>
            <a:r>
              <a:rPr lang="it-IT" dirty="0" err="1" smtClean="0"/>
              <a:t>como</a:t>
            </a:r>
            <a:r>
              <a:rPr lang="it-IT" dirty="0" smtClean="0"/>
              <a:t> un </a:t>
            </a:r>
            <a:r>
              <a:rPr lang="it-IT" dirty="0" smtClean="0"/>
              <a:t>rio e </a:t>
            </a:r>
            <a:r>
              <a:rPr lang="it-IT" dirty="0" smtClean="0"/>
              <a:t>mi se.</a:t>
            </a:r>
            <a:br>
              <a:rPr lang="it-IT" dirty="0" smtClean="0"/>
            </a:br>
            <a:r>
              <a:rPr lang="it-IT" dirty="0" smtClean="0"/>
              <a:t>(BIS)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39552" y="306896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it-IT" dirty="0" err="1" smtClean="0"/>
              <a:t>Soy</a:t>
            </a:r>
            <a:r>
              <a:rPr lang="it-IT" dirty="0" smtClean="0"/>
              <a:t> </a:t>
            </a:r>
            <a:r>
              <a:rPr lang="it-IT" dirty="0" err="1" smtClean="0"/>
              <a:t>feliz</a:t>
            </a:r>
            <a:r>
              <a:rPr lang="it-IT" dirty="0" smtClean="0"/>
              <a:t> </a:t>
            </a:r>
            <a:r>
              <a:rPr lang="it-IT" dirty="0" err="1" smtClean="0"/>
              <a:t>como</a:t>
            </a:r>
            <a:r>
              <a:rPr lang="it-IT" dirty="0" smtClean="0"/>
              <a:t> una </a:t>
            </a:r>
            <a:r>
              <a:rPr lang="it-IT" dirty="0" err="1" smtClean="0"/>
              <a:t>fuente</a:t>
            </a:r>
            <a:r>
              <a:rPr lang="it-IT" dirty="0" smtClean="0"/>
              <a:t>,</a:t>
            </a:r>
            <a:br>
              <a:rPr lang="it-IT" dirty="0" smtClean="0"/>
            </a:br>
            <a:r>
              <a:rPr lang="it-IT" dirty="0" err="1" smtClean="0"/>
              <a:t>soy</a:t>
            </a:r>
            <a:r>
              <a:rPr lang="it-IT" dirty="0" smtClean="0"/>
              <a:t> </a:t>
            </a:r>
            <a:r>
              <a:rPr lang="it-IT" dirty="0" err="1" smtClean="0"/>
              <a:t>feliz</a:t>
            </a:r>
            <a:r>
              <a:rPr lang="it-IT" dirty="0" smtClean="0"/>
              <a:t> </a:t>
            </a:r>
            <a:r>
              <a:rPr lang="it-IT" dirty="0" err="1" smtClean="0"/>
              <a:t>como</a:t>
            </a:r>
            <a:r>
              <a:rPr lang="it-IT" dirty="0" smtClean="0"/>
              <a:t> una </a:t>
            </a:r>
            <a:r>
              <a:rPr lang="it-IT" dirty="0" err="1" smtClean="0"/>
              <a:t>fuente</a:t>
            </a:r>
            <a:r>
              <a:rPr lang="it-IT" dirty="0" smtClean="0"/>
              <a:t>,</a:t>
            </a:r>
            <a:br>
              <a:rPr lang="it-IT" dirty="0" smtClean="0"/>
            </a:br>
            <a:r>
              <a:rPr lang="it-IT" dirty="0" err="1" smtClean="0"/>
              <a:t>soy</a:t>
            </a:r>
            <a:r>
              <a:rPr lang="it-IT" dirty="0" smtClean="0"/>
              <a:t> </a:t>
            </a:r>
            <a:r>
              <a:rPr lang="it-IT" dirty="0" err="1" smtClean="0"/>
              <a:t>feliz</a:t>
            </a:r>
            <a:r>
              <a:rPr lang="it-IT" dirty="0" smtClean="0"/>
              <a:t> </a:t>
            </a:r>
            <a:r>
              <a:rPr lang="it-IT" dirty="0" err="1" smtClean="0"/>
              <a:t>como</a:t>
            </a:r>
            <a:r>
              <a:rPr lang="it-IT" dirty="0" smtClean="0"/>
              <a:t> una </a:t>
            </a:r>
            <a:r>
              <a:rPr lang="it-IT" dirty="0" err="1" smtClean="0"/>
              <a:t>fuente</a:t>
            </a:r>
            <a:r>
              <a:rPr lang="it-IT" dirty="0" smtClean="0"/>
              <a:t> e mi se.</a:t>
            </a:r>
            <a:br>
              <a:rPr lang="it-IT" dirty="0" smtClean="0"/>
            </a:br>
            <a:r>
              <a:rPr lang="it-IT" dirty="0" smtClean="0"/>
              <a:t>(BIS)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39552" y="2132856"/>
            <a:ext cx="8229600" cy="2376264"/>
          </a:xfrm>
        </p:spPr>
        <p:txBody>
          <a:bodyPr>
            <a:normAutofit fontScale="90000"/>
          </a:bodyPr>
          <a:lstStyle/>
          <a:p>
            <a:r>
              <a:rPr lang="es-ES_tradnl" dirty="0" smtClean="0"/>
              <a:t>Tengo amor como un mar,</a:t>
            </a:r>
            <a:br>
              <a:rPr lang="es-ES_tradnl" dirty="0" smtClean="0"/>
            </a:br>
            <a:r>
              <a:rPr lang="es-ES_tradnl" dirty="0" smtClean="0"/>
              <a:t>tengo amor como un mar,</a:t>
            </a:r>
            <a:br>
              <a:rPr lang="es-ES_tradnl" dirty="0" smtClean="0"/>
            </a:br>
            <a:r>
              <a:rPr lang="es-ES_tradnl" dirty="0" smtClean="0"/>
              <a:t>tengo amor como un mar e mi se.</a:t>
            </a:r>
            <a:br>
              <a:rPr lang="es-ES_tradnl" dirty="0" smtClean="0"/>
            </a:br>
            <a:r>
              <a:rPr lang="es-ES_tradnl" dirty="0" smtClean="0"/>
              <a:t>(BIS)</a:t>
            </a:r>
            <a:endParaRPr lang="es-ES_trad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39552" y="270892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it-IT" dirty="0" smtClean="0"/>
              <a:t>Tengo </a:t>
            </a:r>
            <a:r>
              <a:rPr lang="it-IT" dirty="0" err="1" smtClean="0"/>
              <a:t>paz</a:t>
            </a:r>
            <a:r>
              <a:rPr lang="it-IT" dirty="0" smtClean="0"/>
              <a:t> </a:t>
            </a:r>
            <a:r>
              <a:rPr lang="it-IT" dirty="0" err="1" smtClean="0"/>
              <a:t>como</a:t>
            </a:r>
            <a:r>
              <a:rPr lang="it-IT" dirty="0" smtClean="0"/>
              <a:t> un rio</a:t>
            </a:r>
            <a:br>
              <a:rPr lang="it-IT" dirty="0" smtClean="0"/>
            </a:br>
            <a:r>
              <a:rPr lang="it-IT" dirty="0" err="1" smtClean="0"/>
              <a:t>soy</a:t>
            </a:r>
            <a:r>
              <a:rPr lang="it-IT" dirty="0" smtClean="0"/>
              <a:t> </a:t>
            </a:r>
            <a:r>
              <a:rPr lang="it-IT" dirty="0" err="1" smtClean="0"/>
              <a:t>feliz</a:t>
            </a:r>
            <a:r>
              <a:rPr lang="it-IT" dirty="0" smtClean="0"/>
              <a:t> </a:t>
            </a:r>
            <a:r>
              <a:rPr lang="it-IT" dirty="0" err="1" smtClean="0"/>
              <a:t>como</a:t>
            </a:r>
            <a:r>
              <a:rPr lang="it-IT" dirty="0" smtClean="0"/>
              <a:t> una </a:t>
            </a:r>
            <a:r>
              <a:rPr lang="it-IT" dirty="0" err="1" smtClean="0"/>
              <a:t>fuente</a:t>
            </a:r>
            <a:r>
              <a:rPr lang="it-IT" dirty="0" smtClean="0"/>
              <a:t/>
            </a:r>
            <a:br>
              <a:rPr lang="it-IT" dirty="0" smtClean="0"/>
            </a:br>
            <a:r>
              <a:rPr lang="it-IT" dirty="0" smtClean="0"/>
              <a:t>tengo amor </a:t>
            </a:r>
            <a:r>
              <a:rPr lang="it-IT" dirty="0" err="1" smtClean="0"/>
              <a:t>como</a:t>
            </a:r>
            <a:r>
              <a:rPr lang="it-IT" dirty="0" smtClean="0"/>
              <a:t> un mar e mi </a:t>
            </a:r>
            <a:r>
              <a:rPr lang="it-IT" smtClean="0"/>
              <a:t>se…</a:t>
            </a:r>
            <a:r>
              <a:rPr lang="it-IT" dirty="0" smtClean="0"/>
              <a:t/>
            </a:r>
            <a:br>
              <a:rPr lang="it-IT" dirty="0" smtClean="0"/>
            </a:br>
            <a:r>
              <a:rPr lang="it-IT" dirty="0" smtClean="0"/>
              <a:t>(BIS)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19</Words>
  <Application>Microsoft Office PowerPoint</Application>
  <PresentationFormat>Presentazione su schermo (4:3)</PresentationFormat>
  <Paragraphs>4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5" baseType="lpstr">
      <vt:lpstr>Tema di Office</vt:lpstr>
      <vt:lpstr>Tengo paz  Tengo paz como un rio,  tengo paz como un rio, tengo paz como un rio e mi se. (BIS)</vt:lpstr>
      <vt:lpstr>Soy feliz como una fuente, soy feliz como una fuente, soy feliz como una fuente e mi se. (BIS)</vt:lpstr>
      <vt:lpstr>Tengo amor como un mar, tengo amor como un mar, tengo amor como un mar e mi se. (BIS)</vt:lpstr>
      <vt:lpstr>Tengo paz como un rio soy feliz como una fuente tengo amor como un mar e mi se… (BIS)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Tengo paz  Tengo paz como un rio,  tengo paz como un rio, tengo paz como un rio  en mi ser (BIS)</dc:title>
  <dc:creator>Pablo</dc:creator>
  <cp:lastModifiedBy>UTENTE</cp:lastModifiedBy>
  <cp:revision>5</cp:revision>
  <dcterms:created xsi:type="dcterms:W3CDTF">2011-06-04T20:17:49Z</dcterms:created>
  <dcterms:modified xsi:type="dcterms:W3CDTF">2012-07-20T16:09:01Z</dcterms:modified>
</cp:coreProperties>
</file>