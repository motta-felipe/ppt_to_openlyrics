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FF0066"/>
    <a:srgbClr val="FF66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796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99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797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77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16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47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212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92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426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49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309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332F-CE85-43C2-A9A0-746AAE7D9B16}" type="datetimeFigureOut">
              <a:rPr lang="it-IT" smtClean="0"/>
              <a:t>13/07/2015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E470E-C69D-4923-BC5D-AAD18B90CA4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12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466850" y="390525"/>
            <a:ext cx="9144000" cy="1195388"/>
          </a:xfrm>
        </p:spPr>
        <p:txBody>
          <a:bodyPr>
            <a:normAutofit/>
          </a:bodyPr>
          <a:lstStyle/>
          <a:p>
            <a:r>
              <a:rPr lang="it-IT" sz="8000" b="1" dirty="0" smtClean="0">
                <a:latin typeface="Edwardian Script ITC" panose="030303020407070D0804" pitchFamily="66" charset="0"/>
              </a:rPr>
              <a:t>Dall’aurora al tramonto</a:t>
            </a:r>
            <a:endParaRPr lang="it-IT" sz="8000" b="1" dirty="0">
              <a:latin typeface="Edwardian Script ITC" panose="030303020407070D0804" pitchFamily="66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952874" y="1590675"/>
            <a:ext cx="4629151" cy="1266825"/>
          </a:xfrm>
        </p:spPr>
        <p:txBody>
          <a:bodyPr>
            <a:normAutofit lnSpcReduction="10000"/>
          </a:bodyPr>
          <a:lstStyle/>
          <a:p>
            <a:r>
              <a:rPr lang="it-IT" b="1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Settimana di approfondimento</a:t>
            </a:r>
          </a:p>
          <a:p>
            <a:r>
              <a:rPr lang="it-IT" b="1" dirty="0" smtClean="0">
                <a:latin typeface="Andalus" panose="02020603050405020304" pitchFamily="18" charset="-78"/>
                <a:cs typeface="Andalus" panose="02020603050405020304" pitchFamily="18" charset="-78"/>
              </a:rPr>
              <a:t>«Al di là della fede»</a:t>
            </a:r>
          </a:p>
          <a:p>
            <a:r>
              <a:rPr lang="it-IT" b="1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Luglio 2015</a:t>
            </a:r>
            <a:endParaRPr lang="it-IT" b="1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644066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6000">
              <a:srgbClr val="FF9933"/>
            </a:gs>
            <a:gs pos="46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60000"/>
                <a:lumOff val="4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6600" b="1" dirty="0" smtClean="0">
                <a:solidFill>
                  <a:srgbClr val="0070C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UOMINI</a:t>
            </a:r>
            <a:endParaRPr lang="it-IT" sz="6600" b="1" dirty="0">
              <a:solidFill>
                <a:srgbClr val="0070C0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Dall’aurora io cerco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Fino al tramonto ti chiamo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Ha sete solo di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L’anima mia come terra deserta. </a:t>
            </a:r>
            <a:endParaRPr lang="it-IT" sz="60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2826220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F9933"/>
            </a:gs>
            <a:gs pos="46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60000"/>
                <a:lumOff val="4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6600" b="1" dirty="0" smtClean="0">
                <a:solidFill>
                  <a:srgbClr val="FF0066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DONNE</a:t>
            </a:r>
            <a:endParaRPr lang="it-IT" sz="6600" b="1" dirty="0">
              <a:solidFill>
                <a:srgbClr val="FF0066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Dall’aurora io cerco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Fino al tramonto ti chiamo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Ha sete solo di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L’anima mia come terra deserta. </a:t>
            </a:r>
            <a:endParaRPr lang="it-IT" sz="60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632138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F9933"/>
            </a:gs>
            <a:gs pos="46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60000"/>
                <a:lumOff val="4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1925" y="600075"/>
            <a:ext cx="12030075" cy="58245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Non mi fermerò un solo istante (</a:t>
            </a:r>
            <a:r>
              <a:rPr lang="it-IT" sz="5400" dirty="0" smtClean="0">
                <a:solidFill>
                  <a:srgbClr val="0070C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uomini</a:t>
            </a: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)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Sempre canterò la tua lode (</a:t>
            </a:r>
            <a:r>
              <a:rPr lang="it-IT" sz="5400" dirty="0" smtClean="0">
                <a:solidFill>
                  <a:srgbClr val="FF0066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donne</a:t>
            </a: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)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Perché sei il mio Dio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Il mio riparo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Mi proteggerai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All’ombra delle tue ali.</a:t>
            </a:r>
            <a:endParaRPr lang="it-IT" sz="5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59740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F9933"/>
            </a:gs>
            <a:gs pos="46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60000"/>
                <a:lumOff val="4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6600" b="1" dirty="0" smtClean="0">
                <a:solidFill>
                  <a:srgbClr val="9900FF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TUTTI INSIEME</a:t>
            </a:r>
            <a:endParaRPr lang="it-IT" sz="6600" b="1" dirty="0">
              <a:solidFill>
                <a:srgbClr val="9900FF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Dall’aurora io cerco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Fino al tramonto ti chiamo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Ha sete solo di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L’anima mia come terra deserta.</a:t>
            </a:r>
            <a:endParaRPr lang="it-IT" sz="60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70888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F9933"/>
            </a:gs>
            <a:gs pos="46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60000"/>
                <a:lumOff val="4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9075" y="485774"/>
            <a:ext cx="11753850" cy="60102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Non mi fermerò un solo istante (</a:t>
            </a:r>
            <a:r>
              <a:rPr lang="it-IT" sz="5400" dirty="0" smtClean="0">
                <a:solidFill>
                  <a:schemeClr val="accent5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uomini</a:t>
            </a: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)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Io racconterò le tue opere (</a:t>
            </a:r>
            <a:r>
              <a:rPr lang="it-IT" sz="5400" dirty="0" smtClean="0">
                <a:solidFill>
                  <a:srgbClr val="FF0066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donne</a:t>
            </a: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)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Perché sei il mio Dio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Unico bene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Nulla mai potrà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La notte contro di me.</a:t>
            </a:r>
            <a:endParaRPr lang="it-IT" sz="5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3969172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F9933"/>
            </a:gs>
            <a:gs pos="46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60000"/>
                <a:lumOff val="4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46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6600" b="1" dirty="0" smtClean="0">
                <a:solidFill>
                  <a:srgbClr val="9900FF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TUTTI INSIEME</a:t>
            </a:r>
            <a:endParaRPr lang="it-IT" sz="6600" b="1" dirty="0">
              <a:solidFill>
                <a:srgbClr val="9900FF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5419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Dall’aurora io cerco te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Fino al tramonto ti chiamo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Ha sete solo di te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L’anima mia come terra deserta.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Ha sete solo di te</a:t>
            </a:r>
          </a:p>
          <a:p>
            <a:pPr marL="0" indent="0" algn="ctr">
              <a:buNone/>
            </a:pPr>
            <a:r>
              <a:rPr lang="it-IT" sz="5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L’anima mia come terra deserta.</a:t>
            </a:r>
          </a:p>
          <a:p>
            <a:endParaRPr lang="it-IT" sz="4000" dirty="0" smtClean="0"/>
          </a:p>
          <a:p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378616717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177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Andalus</vt:lpstr>
      <vt:lpstr>Arial</vt:lpstr>
      <vt:lpstr>Calibri</vt:lpstr>
      <vt:lpstr>Calibri Light</vt:lpstr>
      <vt:lpstr>Edwardian Script ITC</vt:lpstr>
      <vt:lpstr>Tema di Office</vt:lpstr>
      <vt:lpstr>Dall’aurora al tramonto</vt:lpstr>
      <vt:lpstr>UOMINI</vt:lpstr>
      <vt:lpstr>DONNE</vt:lpstr>
      <vt:lpstr>Presentazione standard di PowerPoint</vt:lpstr>
      <vt:lpstr>TUTTI INSIEME</vt:lpstr>
      <vt:lpstr>Presentazione standard di PowerPoint</vt:lpstr>
      <vt:lpstr>TUTTI INSIEME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Dall’aurora al tramonto</dc:title>
  <dc:creator>Paolo Giametta</dc:creator>
  <cp:lastModifiedBy>Paolo Giametta</cp:lastModifiedBy>
  <cp:revision>4</cp:revision>
  <dcterms:created xsi:type="dcterms:W3CDTF">2015-07-13T14:39:05Z</dcterms:created>
  <dcterms:modified xsi:type="dcterms:W3CDTF">2015-07-13T15:03:05Z</dcterms:modified>
</cp:coreProperties>
</file>