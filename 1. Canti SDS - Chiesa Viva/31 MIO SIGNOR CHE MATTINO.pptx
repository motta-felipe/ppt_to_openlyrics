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80DB7-CF13-4931-A15D-71F95130A01F}" type="datetimeFigureOut">
              <a:rPr lang="it-IT" smtClean="0"/>
              <a:t>08/09/2012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C2B9F-1F26-4EAB-8D8E-49963EE37AFE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r>
              <a:rPr lang="it-IT" sz="7200" dirty="0" smtClean="0"/>
              <a:t>MIO SIGNOR CHE MATTINO</a:t>
            </a:r>
            <a:endParaRPr lang="it-IT" sz="7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</a:t>
            </a:r>
          </a:p>
          <a:p>
            <a:pPr>
              <a:buNone/>
            </a:pPr>
            <a:r>
              <a:rPr lang="it-IT" sz="6000" dirty="0" smtClean="0"/>
              <a:t>QUANDO IL MONDO TI VEDRA’.</a:t>
            </a:r>
            <a:endParaRPr lang="it-IT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/>
              <a:t>HO VISSUTO NEL DOLOR,</a:t>
            </a:r>
          </a:p>
          <a:p>
            <a:pPr>
              <a:buNone/>
            </a:pPr>
            <a:r>
              <a:rPr lang="it-IT" sz="6000" dirty="0" smtClean="0"/>
              <a:t>HO PIANTO TANTO E LUI LO SA.</a:t>
            </a:r>
          </a:p>
          <a:p>
            <a:pPr>
              <a:buNone/>
            </a:pPr>
            <a:r>
              <a:rPr lang="it-IT" sz="6000" dirty="0" smtClean="0"/>
              <a:t>MA AL RITORNO DEL SIGNOR,</a:t>
            </a:r>
          </a:p>
          <a:p>
            <a:pPr>
              <a:buNone/>
            </a:pPr>
            <a:r>
              <a:rPr lang="it-IT" sz="6000" dirty="0" smtClean="0"/>
              <a:t>SO CHE TUTTO CAMBIERA’. </a:t>
            </a:r>
            <a:endParaRPr lang="it-IT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</a:t>
            </a:r>
          </a:p>
          <a:p>
            <a:pPr>
              <a:buNone/>
            </a:pPr>
            <a:r>
              <a:rPr lang="it-IT" sz="6000" dirty="0" smtClean="0"/>
              <a:t>QUANDO IL MONDO TI VEDRA’.</a:t>
            </a:r>
            <a:endParaRPr lang="it-IT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/>
              <a:t>LA MIA VITA HA UN PERCHE’,</a:t>
            </a:r>
          </a:p>
          <a:p>
            <a:pPr>
              <a:buNone/>
            </a:pPr>
            <a:r>
              <a:rPr lang="it-IT" sz="6000" dirty="0" smtClean="0"/>
              <a:t>TUTTA LA STORIA E’ COSI’.</a:t>
            </a:r>
          </a:p>
          <a:p>
            <a:pPr>
              <a:buNone/>
            </a:pPr>
            <a:r>
              <a:rPr lang="it-IT" sz="6000" dirty="0" smtClean="0"/>
              <a:t>L’UMANITA’ CHE CERCA E VA,</a:t>
            </a:r>
          </a:p>
          <a:p>
            <a:pPr>
              <a:buNone/>
            </a:pPr>
            <a:r>
              <a:rPr lang="it-IT" sz="6000" dirty="0" smtClean="0"/>
              <a:t>MENTRE DIO E’ DENTRO </a:t>
            </a:r>
            <a:r>
              <a:rPr lang="it-IT" sz="6000" dirty="0" err="1" smtClean="0"/>
              <a:t>DI</a:t>
            </a:r>
            <a:r>
              <a:rPr lang="it-IT" sz="6000" dirty="0" smtClean="0"/>
              <a:t> NOI.</a:t>
            </a:r>
            <a:endParaRPr lang="it-IT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</a:t>
            </a:r>
          </a:p>
          <a:p>
            <a:pPr>
              <a:buNone/>
            </a:pPr>
            <a:r>
              <a:rPr lang="it-IT" sz="6000" dirty="0" smtClean="0"/>
              <a:t>QUANDO IL MONDO TI VEDRA’.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/>
              <a:t>CAMMINIAMO VERSO IL CIEL,</a:t>
            </a:r>
          </a:p>
          <a:p>
            <a:pPr>
              <a:buNone/>
            </a:pPr>
            <a:r>
              <a:rPr lang="it-IT" sz="6000" dirty="0" smtClean="0"/>
              <a:t>UNA SPERANZA DENTRO IL CUOR.</a:t>
            </a:r>
          </a:p>
          <a:p>
            <a:pPr>
              <a:buNone/>
            </a:pPr>
            <a:r>
              <a:rPr lang="it-IT" sz="6000" dirty="0" smtClean="0"/>
              <a:t>RISORGEREMO TUTTI UN DI’</a:t>
            </a:r>
          </a:p>
          <a:p>
            <a:pPr>
              <a:buNone/>
            </a:pPr>
            <a:r>
              <a:rPr lang="it-IT" sz="6000" dirty="0" smtClean="0"/>
              <a:t>E VIVREM CON TE SIGNOR.</a:t>
            </a:r>
            <a:endParaRPr lang="it-IT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blipFill>
            <a:blip r:embed="rId2" cstate="print"/>
            <a:tile tx="0" ty="0" sx="100000" sy="100000" flip="none" algn="tl"/>
          </a:blipFill>
        </p:spPr>
        <p:txBody>
          <a:bodyPr/>
          <a:lstStyle/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MATTINO,</a:t>
            </a:r>
          </a:p>
          <a:p>
            <a:pPr>
              <a:buNone/>
            </a:pPr>
            <a:r>
              <a:rPr lang="it-IT" sz="6000" dirty="0" smtClean="0"/>
              <a:t>MIO SIGNOR CHE MATTINO</a:t>
            </a:r>
          </a:p>
          <a:p>
            <a:pPr>
              <a:buNone/>
            </a:pPr>
            <a:r>
              <a:rPr lang="it-IT" sz="6000" dirty="0" smtClean="0"/>
              <a:t>QUANDO IL MONDO TI VEDRA’.</a:t>
            </a: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159</Words>
  <Application>Microsoft Office PowerPoint</Application>
  <PresentationFormat>Presentazione su schermo (4:3)</PresentationFormat>
  <Paragraphs>29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9" baseType="lpstr">
      <vt:lpstr>Tema di Office</vt:lpstr>
      <vt:lpstr>MIO SIGNOR CHE MATTINO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MIO SIGNOR CHE MATTINO</dc:title>
  <dc:creator>UTENTE</dc:creator>
  <cp:lastModifiedBy>UTENTE</cp:lastModifiedBy>
  <cp:revision>2</cp:revision>
  <dcterms:created xsi:type="dcterms:W3CDTF">2012-09-08T06:49:42Z</dcterms:created>
  <dcterms:modified xsi:type="dcterms:W3CDTF">2012-09-08T07:00:46Z</dcterms:modified>
</cp:coreProperties>
</file>