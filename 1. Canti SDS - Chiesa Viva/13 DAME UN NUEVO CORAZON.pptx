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0066"/>
    <a:srgbClr val="FF505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3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7999"/>
          </a:xfrm>
          <a:gradFill flip="none" rotWithShape="1">
            <a:gsLst>
              <a:gs pos="0">
                <a:srgbClr val="FF99FF">
                  <a:shade val="30000"/>
                  <a:satMod val="115000"/>
                </a:srgbClr>
              </a:gs>
              <a:gs pos="50000">
                <a:srgbClr val="FF99FF">
                  <a:shade val="67500"/>
                  <a:satMod val="115000"/>
                </a:srgbClr>
              </a:gs>
              <a:gs pos="100000">
                <a:srgbClr val="FF99F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>
            <a:normAutofit/>
          </a:bodyPr>
          <a:lstStyle/>
          <a:p>
            <a:r>
              <a:rPr lang="it-IT" sz="10000" dirty="0" smtClean="0">
                <a:solidFill>
                  <a:srgbClr val="FF0066"/>
                </a:solidFill>
                <a:latin typeface="Eras Demi ITC" pitchFamily="34" charset="0"/>
              </a:rPr>
              <a:t>DAME UN NUEVO CORAZON</a:t>
            </a:r>
            <a:endParaRPr lang="it-IT" sz="10000" dirty="0">
              <a:solidFill>
                <a:srgbClr val="FF0066"/>
              </a:solidFill>
              <a:latin typeface="Eras Demi IT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rgbClr val="FF99FF">
                  <a:shade val="30000"/>
                  <a:satMod val="115000"/>
                </a:srgbClr>
              </a:gs>
              <a:gs pos="50000">
                <a:srgbClr val="FF99FF">
                  <a:shade val="67500"/>
                  <a:satMod val="115000"/>
                </a:srgbClr>
              </a:gs>
              <a:gs pos="100000">
                <a:srgbClr val="FF99FF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pPr>
              <a:buNone/>
            </a:pP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Dame un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nuevo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corazon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,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Senor</a:t>
            </a:r>
            <a:endParaRPr lang="it-IT" sz="5700" dirty="0" smtClean="0">
              <a:solidFill>
                <a:srgbClr val="FF0066"/>
              </a:solidFill>
              <a:latin typeface="Eras Demi ITC" pitchFamily="34" charset="0"/>
            </a:endParaRPr>
          </a:p>
          <a:p>
            <a:pPr>
              <a:buNone/>
            </a:pP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Un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corazon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para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alabarte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,</a:t>
            </a:r>
          </a:p>
          <a:p>
            <a:pPr>
              <a:buNone/>
            </a:pP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Un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corazon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para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adorarte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, </a:t>
            </a:r>
          </a:p>
          <a:p>
            <a:pPr>
              <a:buNone/>
            </a:pP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Dame un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nuevo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corazon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. (x2)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rgbClr val="FF99FF">
                  <a:shade val="30000"/>
                  <a:satMod val="115000"/>
                </a:srgbClr>
              </a:gs>
              <a:gs pos="50000">
                <a:srgbClr val="FF99FF">
                  <a:shade val="67500"/>
                  <a:satMod val="115000"/>
                </a:srgbClr>
              </a:gs>
              <a:gs pos="100000">
                <a:srgbClr val="FF99F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Que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sea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limpio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como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el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cristal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,</a:t>
            </a:r>
          </a:p>
          <a:p>
            <a:pPr>
              <a:buNone/>
            </a:pP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Dulce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como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la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miel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, </a:t>
            </a:r>
          </a:p>
          <a:p>
            <a:pPr>
              <a:buNone/>
            </a:pP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Un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corazon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Senor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como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el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7200" dirty="0" err="1" smtClean="0">
                <a:solidFill>
                  <a:srgbClr val="FF0066"/>
                </a:solidFill>
                <a:latin typeface="Eras Demi ITC" pitchFamily="34" charset="0"/>
              </a:rPr>
              <a:t>tuyo</a:t>
            </a:r>
            <a:r>
              <a:rPr lang="it-IT" sz="7200" dirty="0" smtClean="0">
                <a:solidFill>
                  <a:srgbClr val="FF0066"/>
                </a:solidFill>
                <a:latin typeface="Eras Demi ITC" pitchFamily="34" charset="0"/>
              </a:rPr>
              <a:t>.</a:t>
            </a:r>
            <a:endParaRPr lang="it-IT" sz="7200" dirty="0">
              <a:solidFill>
                <a:srgbClr val="FF0066"/>
              </a:solidFill>
              <a:latin typeface="Eras Demi IT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rgbClr val="FF99FF">
                  <a:shade val="30000"/>
                  <a:satMod val="115000"/>
                </a:srgbClr>
              </a:gs>
              <a:gs pos="50000">
                <a:srgbClr val="FF99FF">
                  <a:shade val="67500"/>
                  <a:satMod val="115000"/>
                </a:srgbClr>
              </a:gs>
              <a:gs pos="100000">
                <a:srgbClr val="FF99F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>
            <a:normAutofit/>
          </a:bodyPr>
          <a:lstStyle/>
          <a:p>
            <a:pPr>
              <a:buNone/>
            </a:pP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Que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sea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limpio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como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el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cristal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,</a:t>
            </a:r>
          </a:p>
          <a:p>
            <a:pPr>
              <a:buNone/>
            </a:pP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Dulce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como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la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miel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, </a:t>
            </a:r>
          </a:p>
          <a:p>
            <a:pPr>
              <a:buNone/>
            </a:pP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Un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corazon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Senor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como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el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tuyo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.</a:t>
            </a:r>
          </a:p>
          <a:p>
            <a:pPr>
              <a:buNone/>
            </a:pP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Un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corazon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Senor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como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el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 </a:t>
            </a:r>
            <a:r>
              <a:rPr lang="it-IT" sz="5700" dirty="0" err="1" smtClean="0">
                <a:solidFill>
                  <a:srgbClr val="FF0066"/>
                </a:solidFill>
                <a:latin typeface="Eras Demi ITC" pitchFamily="34" charset="0"/>
              </a:rPr>
              <a:t>tuyo</a:t>
            </a:r>
            <a:r>
              <a:rPr lang="it-IT" sz="5700" dirty="0" smtClean="0">
                <a:solidFill>
                  <a:srgbClr val="FF0066"/>
                </a:solidFill>
                <a:latin typeface="Eras Demi ITC" pitchFamily="34" charset="0"/>
              </a:rPr>
              <a:t>.</a:t>
            </a:r>
            <a:endParaRPr lang="it-IT" sz="5700" dirty="0">
              <a:solidFill>
                <a:srgbClr val="FF0066"/>
              </a:solidFill>
              <a:latin typeface="Eras Demi IT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73</Words>
  <Application>Microsoft Office PowerPoint</Application>
  <PresentationFormat>Presentazione su schermo (4:3)</PresentationFormat>
  <Paragraphs>12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DAME UN NUEVO CORAZON</vt:lpstr>
      <vt:lpstr>Diapositiva 2</vt:lpstr>
      <vt:lpstr>Diapositiva 3</vt:lpstr>
      <vt:lpstr>Diapositiva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DAME UN NUEVO CORAZON</dc:title>
  <dc:creator>Francy</dc:creator>
  <cp:lastModifiedBy>UTENTE</cp:lastModifiedBy>
  <cp:revision>3</cp:revision>
  <dcterms:created xsi:type="dcterms:W3CDTF">2012-09-28T18:41:35Z</dcterms:created>
  <dcterms:modified xsi:type="dcterms:W3CDTF">2012-10-20T07:36:46Z</dcterms:modified>
</cp:coreProperties>
</file>