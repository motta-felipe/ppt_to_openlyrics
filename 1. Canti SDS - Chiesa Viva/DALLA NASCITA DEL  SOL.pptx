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9120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350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91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641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270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838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5470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05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652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769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973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50753-6965-46D2-B159-C905388744D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B8F54-62DF-4944-A0FB-D4D09FE403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82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ctrTitle"/>
          </p:nvPr>
        </p:nvSpPr>
        <p:spPr>
          <a:xfrm>
            <a:off x="683568" y="2420888"/>
            <a:ext cx="7772400" cy="1470025"/>
          </a:xfrm>
        </p:spPr>
        <p:txBody>
          <a:bodyPr>
            <a:noAutofit/>
          </a:bodyPr>
          <a:lstStyle/>
          <a:p>
            <a:r>
              <a:rPr lang="it-IT" sz="9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Dalla nascita del sol</a:t>
            </a:r>
            <a:endParaRPr lang="it-IT" sz="96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71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336704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Dalla nascita del sol</a:t>
            </a:r>
          </a:p>
          <a:p>
            <a:pPr marL="0" indent="0" algn="ctr">
              <a:buNone/>
            </a:pP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Fino al suo tramonto, vorrò!</a:t>
            </a:r>
          </a:p>
          <a:p>
            <a:pPr marL="0" indent="0" algn="ctr">
              <a:buNone/>
            </a:pP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Lodare il Signor,</a:t>
            </a:r>
          </a:p>
          <a:p>
            <a:pPr marL="0" indent="0" algn="ctr">
              <a:buNone/>
            </a:pP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 tutto il cuor. </a:t>
            </a: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x2</a:t>
            </a:r>
            <a:endParaRPr lang="it-IT" sz="66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2887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33670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Lode al Signor, lodatelo voi servitori suoi </a:t>
            </a:r>
          </a:p>
          <a:p>
            <a:pPr marL="0" indent="0" algn="ctr">
              <a:buNone/>
            </a:pPr>
            <a:r>
              <a:rPr lang="it-IT" sz="6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Glorificate il Creatore.</a:t>
            </a:r>
          </a:p>
          <a:p>
            <a:pPr marL="0" indent="0" algn="ctr">
              <a:buNone/>
            </a:pPr>
            <a:r>
              <a:rPr lang="it-IT" sz="6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Benedetto è il nome Suo,</a:t>
            </a:r>
          </a:p>
          <a:p>
            <a:pPr marL="0" indent="0" algn="ctr">
              <a:buNone/>
            </a:pPr>
            <a:r>
              <a:rPr lang="it-IT" sz="6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 ora in poi,</a:t>
            </a:r>
          </a:p>
          <a:p>
            <a:pPr marL="0" indent="0" algn="ctr">
              <a:buNone/>
            </a:pPr>
            <a:r>
              <a:rPr lang="it-IT" sz="6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per l’eternità.</a:t>
            </a:r>
          </a:p>
          <a:p>
            <a:endParaRPr lang="it-IT" sz="6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2091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336704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Dalla nascita del sol</a:t>
            </a:r>
          </a:p>
          <a:p>
            <a:pPr marL="0" indent="0" algn="ctr">
              <a:buNone/>
            </a:pP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Fino al suo tramonto, vorrò!</a:t>
            </a:r>
          </a:p>
          <a:p>
            <a:pPr marL="0" indent="0" algn="ctr">
              <a:buNone/>
            </a:pP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Lodare il Signor,</a:t>
            </a:r>
          </a:p>
          <a:p>
            <a:pPr marL="0" indent="0" algn="ctr">
              <a:buNone/>
            </a:pP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 tutto il cuor. </a:t>
            </a: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x2</a:t>
            </a:r>
            <a:endParaRPr lang="it-IT" sz="66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2280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73</Words>
  <Application>Microsoft Office PowerPoint</Application>
  <PresentationFormat>Presentazione su schermo (4:3)</PresentationFormat>
  <Paragraphs>14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Dalla nascita del sol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DALLA NASCITA DEL SOL</dc:title>
  <dc:creator>CHIESA_MERATE_</dc:creator>
  <cp:lastModifiedBy>GRUPPO MERATE</cp:lastModifiedBy>
  <cp:revision>4</cp:revision>
  <dcterms:created xsi:type="dcterms:W3CDTF">2013-02-16T09:09:09Z</dcterms:created>
  <dcterms:modified xsi:type="dcterms:W3CDTF">2017-10-14T10:41:48Z</dcterms:modified>
</cp:coreProperties>
</file>