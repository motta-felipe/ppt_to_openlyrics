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36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14/10/2012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14/10/2012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14/10/2012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14/10/2012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14/10/2012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14/10/2012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14/10/2012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14/10/2012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14/10/2012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14/10/2012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14/10/2012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14/10/2012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78695"/>
          </a:xfrm>
        </p:spPr>
        <p:txBody>
          <a:bodyPr>
            <a:normAutofit/>
          </a:bodyPr>
          <a:lstStyle/>
          <a:p>
            <a:r>
              <a:rPr lang="it-IT" sz="8000" b="1" dirty="0" smtClean="0">
                <a:solidFill>
                  <a:srgbClr val="FF0000"/>
                </a:solidFill>
              </a:rPr>
              <a:t>METTI LUCE</a:t>
            </a:r>
            <a:endParaRPr lang="it-IT" sz="8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5400" b="1" dirty="0" smtClean="0">
                <a:solidFill>
                  <a:srgbClr val="FF0000"/>
                </a:solidFill>
              </a:rPr>
              <a:t>Metti luce nel mio cuor, fa’ ch’io splenda</a:t>
            </a:r>
          </a:p>
          <a:p>
            <a:pPr>
              <a:buNone/>
            </a:pPr>
            <a:r>
              <a:rPr lang="it-IT" sz="5400" b="1" dirty="0" smtClean="0">
                <a:solidFill>
                  <a:srgbClr val="FF0000"/>
                </a:solidFill>
              </a:rPr>
              <a:t>Metti luce nel mio cuor, </a:t>
            </a:r>
            <a:r>
              <a:rPr lang="it-IT" sz="5400" b="1" dirty="0" err="1" smtClean="0">
                <a:solidFill>
                  <a:srgbClr val="FF0000"/>
                </a:solidFill>
              </a:rPr>
              <a:t>Gesu</a:t>
            </a:r>
            <a:r>
              <a:rPr lang="it-IT" sz="5400" b="1" dirty="0" smtClean="0">
                <a:solidFill>
                  <a:srgbClr val="FF0000"/>
                </a:solidFill>
              </a:rPr>
              <a:t>’.</a:t>
            </a:r>
          </a:p>
          <a:p>
            <a:pPr>
              <a:buNone/>
            </a:pPr>
            <a:r>
              <a:rPr lang="it-IT" sz="5400" b="1" dirty="0" smtClean="0">
                <a:solidFill>
                  <a:srgbClr val="FF0000"/>
                </a:solidFill>
              </a:rPr>
              <a:t>Metti luce nel mio cuor, fa ch’io splenda</a:t>
            </a:r>
          </a:p>
          <a:p>
            <a:pPr>
              <a:buNone/>
            </a:pPr>
            <a:r>
              <a:rPr lang="it-IT" sz="5400" b="1" dirty="0" smtClean="0">
                <a:solidFill>
                  <a:srgbClr val="FF0000"/>
                </a:solidFill>
              </a:rPr>
              <a:t>Fa ch’io splenda notte e di quaggiù.</a:t>
            </a:r>
            <a:endParaRPr lang="it-IT" sz="5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buNone/>
            </a:pPr>
            <a:endParaRPr lang="it-IT" sz="5800" b="1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it-IT" sz="5800" b="1" smtClean="0">
                <a:solidFill>
                  <a:srgbClr val="FF0000"/>
                </a:solidFill>
              </a:rPr>
              <a:t>Canta </a:t>
            </a:r>
            <a:r>
              <a:rPr lang="it-IT" sz="5800" b="1" dirty="0" smtClean="0">
                <a:solidFill>
                  <a:srgbClr val="FF0000"/>
                </a:solidFill>
              </a:rPr>
              <a:t>Osanna, canta Osanna,</a:t>
            </a:r>
          </a:p>
          <a:p>
            <a:pPr>
              <a:buNone/>
            </a:pPr>
            <a:r>
              <a:rPr lang="it-IT" sz="5800" b="1" dirty="0" smtClean="0">
                <a:solidFill>
                  <a:srgbClr val="FF0000"/>
                </a:solidFill>
              </a:rPr>
              <a:t>Canta Osanna solo al tuo Signor.</a:t>
            </a:r>
          </a:p>
          <a:p>
            <a:pPr>
              <a:buNone/>
            </a:pPr>
            <a:r>
              <a:rPr lang="it-IT" sz="5800" b="1" dirty="0" smtClean="0">
                <a:solidFill>
                  <a:srgbClr val="FF0000"/>
                </a:solidFill>
              </a:rPr>
              <a:t>Canta Osanna, canta Osanna</a:t>
            </a:r>
          </a:p>
          <a:p>
            <a:pPr>
              <a:buNone/>
            </a:pPr>
            <a:r>
              <a:rPr lang="it-IT" sz="5800" b="1" dirty="0" smtClean="0">
                <a:solidFill>
                  <a:srgbClr val="FF0000"/>
                </a:solidFill>
              </a:rPr>
              <a:t>Canta Osanna al Re dei Re.</a:t>
            </a:r>
            <a:endParaRPr lang="it-IT" sz="5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</Words>
  <Application>Microsoft Office PowerPoint</Application>
  <PresentationFormat>Presentazione su schermo (4:3)</PresentationFormat>
  <Paragraphs>10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4" baseType="lpstr">
      <vt:lpstr>Tema di Office</vt:lpstr>
      <vt:lpstr>METTI LUCE</vt:lpstr>
      <vt:lpstr>Diapositiva 2</vt:lpstr>
      <vt:lpstr>Diapositiva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METTI LUCE</dc:title>
  <dc:creator>Francy</dc:creator>
  <cp:lastModifiedBy>UTENTE</cp:lastModifiedBy>
  <cp:revision>2</cp:revision>
  <dcterms:created xsi:type="dcterms:W3CDTF">2012-10-14T13:12:21Z</dcterms:created>
  <dcterms:modified xsi:type="dcterms:W3CDTF">2012-10-14T14:15:04Z</dcterms:modified>
</cp:coreProperties>
</file>