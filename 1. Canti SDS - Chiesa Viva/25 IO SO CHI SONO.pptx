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4728" autoAdjust="0"/>
  </p:normalViewPr>
  <p:slideViewPr>
    <p:cSldViewPr>
      <p:cViewPr varScale="1">
        <p:scale>
          <a:sx n="70" d="100"/>
          <a:sy n="70" d="100"/>
        </p:scale>
        <p:origin x="-51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77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19/07/2013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19/07/2013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19/07/2013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19/07/2013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19/07/2013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19/07/2013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19/07/2013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19/07/2013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19/07/2013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19/07/2013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19/07/2013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C000"/>
            </a:gs>
            <a:gs pos="51000">
              <a:schemeClr val="accent5">
                <a:lumMod val="75000"/>
              </a:schemeClr>
            </a:gs>
            <a:gs pos="76000">
              <a:schemeClr val="accent6">
                <a:lumMod val="60000"/>
                <a:lumOff val="4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055F8-1D02-4417-9241-55C834FD9970}" type="datetimeFigureOut">
              <a:rPr lang="it-IT" smtClean="0"/>
              <a:pPr/>
              <a:t>19/07/2013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it-IT" sz="11500" dirty="0" smtClean="0">
                <a:latin typeface="Maiandra GD" pitchFamily="34" charset="0"/>
              </a:rPr>
              <a:t>IO SO CHI SONO</a:t>
            </a:r>
            <a:endParaRPr lang="it-IT" sz="11500" dirty="0">
              <a:latin typeface="Maiandra GD" pitchFamily="3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188640"/>
            <a:ext cx="8280920" cy="6408712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it-IT" sz="5200" dirty="0" smtClean="0">
                <a:latin typeface="Maiandra GD" pitchFamily="34" charset="0"/>
              </a:rPr>
              <a:t>Io so chi sono un figlio di Dio, </a:t>
            </a:r>
          </a:p>
          <a:p>
            <a:pPr algn="ctr">
              <a:buNone/>
            </a:pPr>
            <a:r>
              <a:rPr lang="it-IT" sz="5200" dirty="0" smtClean="0">
                <a:latin typeface="Maiandra GD" pitchFamily="34" charset="0"/>
              </a:rPr>
              <a:t>la tua vita mi hai dato lo so</a:t>
            </a:r>
          </a:p>
          <a:p>
            <a:pPr algn="ctr">
              <a:buNone/>
            </a:pPr>
            <a:r>
              <a:rPr lang="it-IT" sz="5200" dirty="0" smtClean="0">
                <a:latin typeface="Maiandra GD" pitchFamily="34" charset="0"/>
              </a:rPr>
              <a:t>mi hai tanto amato e mi ami anche se</a:t>
            </a:r>
          </a:p>
          <a:p>
            <a:pPr algn="ctr">
              <a:buNone/>
            </a:pPr>
            <a:r>
              <a:rPr lang="it-IT" sz="5200" dirty="0" smtClean="0">
                <a:latin typeface="Maiandra GD" pitchFamily="34" charset="0"/>
              </a:rPr>
              <a:t>se mi guardo non valgo </a:t>
            </a:r>
            <a:r>
              <a:rPr lang="it-IT" sz="5200" dirty="0">
                <a:latin typeface="Maiandra GD" pitchFamily="34" charset="0"/>
              </a:rPr>
              <a:t>S</a:t>
            </a:r>
            <a:r>
              <a:rPr lang="it-IT" sz="5200" dirty="0" smtClean="0">
                <a:latin typeface="Maiandra GD" pitchFamily="34" charset="0"/>
              </a:rPr>
              <a:t>ignor</a:t>
            </a:r>
            <a:endParaRPr lang="it-IT" sz="5200" dirty="0" smtClean="0">
              <a:latin typeface="Maiandra GD" pitchFamily="34" charset="0"/>
            </a:endParaRPr>
          </a:p>
          <a:p>
            <a:pPr>
              <a:buNone/>
            </a:pPr>
            <a:endParaRPr lang="it-IT" sz="4000" dirty="0">
              <a:latin typeface="Maiandra GD" pitchFamily="3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332656"/>
            <a:ext cx="8219256" cy="579350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it-IT" sz="4400" dirty="0" smtClean="0">
                <a:latin typeface="Maiandra GD" pitchFamily="34" charset="0"/>
              </a:rPr>
              <a:t>Rit. Sono un figlio di Dio </a:t>
            </a:r>
          </a:p>
          <a:p>
            <a:pPr algn="ctr">
              <a:buNone/>
            </a:pPr>
            <a:r>
              <a:rPr lang="it-IT" sz="4400" dirty="0" smtClean="0">
                <a:latin typeface="Maiandra GD" pitchFamily="34" charset="0"/>
              </a:rPr>
              <a:t>non lo dimentico</a:t>
            </a:r>
          </a:p>
          <a:p>
            <a:pPr algn="ctr">
              <a:buNone/>
            </a:pPr>
            <a:r>
              <a:rPr lang="it-IT" sz="4400" dirty="0" smtClean="0">
                <a:latin typeface="Maiandra GD" pitchFamily="34" charset="0"/>
              </a:rPr>
              <a:t>Sono un principe anch’io </a:t>
            </a:r>
          </a:p>
          <a:p>
            <a:pPr algn="ctr">
              <a:buNone/>
            </a:pPr>
            <a:r>
              <a:rPr lang="it-IT" sz="4400" dirty="0" smtClean="0">
                <a:latin typeface="Maiandra GD" pitchFamily="34" charset="0"/>
              </a:rPr>
              <a:t>anche povero son</a:t>
            </a:r>
          </a:p>
          <a:p>
            <a:pPr algn="ctr">
              <a:buNone/>
            </a:pPr>
            <a:r>
              <a:rPr lang="it-IT" sz="4400" dirty="0" smtClean="0">
                <a:latin typeface="Maiandra GD" pitchFamily="34" charset="0"/>
              </a:rPr>
              <a:t>Quanti sbagli ho fatto </a:t>
            </a:r>
          </a:p>
          <a:p>
            <a:pPr algn="ctr">
              <a:buNone/>
            </a:pPr>
            <a:r>
              <a:rPr lang="it-IT" sz="4400" dirty="0" smtClean="0">
                <a:latin typeface="Maiandra GD" pitchFamily="34" charset="0"/>
              </a:rPr>
              <a:t>e sto facendo farò</a:t>
            </a:r>
          </a:p>
          <a:p>
            <a:pPr algn="ctr">
              <a:buNone/>
            </a:pPr>
            <a:r>
              <a:rPr lang="it-IT" sz="4400" dirty="0" smtClean="0">
                <a:latin typeface="Maiandra GD" pitchFamily="34" charset="0"/>
              </a:rPr>
              <a:t>Su una cosa non sbaglio </a:t>
            </a:r>
          </a:p>
          <a:p>
            <a:pPr algn="ctr">
              <a:buNone/>
            </a:pPr>
            <a:r>
              <a:rPr lang="it-IT" sz="4400" dirty="0" smtClean="0">
                <a:latin typeface="Maiandra GD" pitchFamily="34" charset="0"/>
              </a:rPr>
              <a:t>so che mi ami Signor</a:t>
            </a:r>
          </a:p>
          <a:p>
            <a:pPr>
              <a:buNone/>
            </a:pPr>
            <a:endParaRPr lang="it-IT" sz="4400" dirty="0">
              <a:latin typeface="Maiandra GD" pitchFamily="3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188640"/>
            <a:ext cx="8219256" cy="5937523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it-IT" sz="4800" dirty="0" smtClean="0">
                <a:latin typeface="Maiandra GD" pitchFamily="34" charset="0"/>
              </a:rPr>
              <a:t>Tu sai chi sono il figlio di un Re</a:t>
            </a:r>
          </a:p>
          <a:p>
            <a:pPr algn="ctr">
              <a:buNone/>
            </a:pPr>
            <a:r>
              <a:rPr lang="it-IT" sz="4800" dirty="0" smtClean="0">
                <a:latin typeface="Maiandra GD" pitchFamily="34" charset="0"/>
              </a:rPr>
              <a:t>Che il riscatto hai pagato per me</a:t>
            </a:r>
          </a:p>
          <a:p>
            <a:pPr algn="ctr">
              <a:buNone/>
            </a:pPr>
            <a:r>
              <a:rPr lang="it-IT" sz="4800" dirty="0" smtClean="0">
                <a:latin typeface="Maiandra GD" pitchFamily="34" charset="0"/>
              </a:rPr>
              <a:t>Con il tuo aiuto ogni giorno sarò	</a:t>
            </a:r>
          </a:p>
          <a:p>
            <a:pPr algn="ctr">
              <a:buNone/>
            </a:pPr>
            <a:r>
              <a:rPr lang="it-IT" sz="4800" dirty="0" smtClean="0">
                <a:latin typeface="Maiandra GD" pitchFamily="34" charset="0"/>
              </a:rPr>
              <a:t>Di te degno ma grazie al tuo amor </a:t>
            </a:r>
          </a:p>
          <a:p>
            <a:pPr>
              <a:buNone/>
            </a:pPr>
            <a:endParaRPr lang="it-IT" sz="4400" dirty="0">
              <a:latin typeface="Maiandra GD" pitchFamily="3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332656"/>
            <a:ext cx="8190652" cy="5193415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it-IT" sz="4400" dirty="0" smtClean="0">
                <a:latin typeface="Maiandra GD" pitchFamily="34" charset="0"/>
              </a:rPr>
              <a:t>Rit. Sono un figlio di Dio </a:t>
            </a:r>
          </a:p>
          <a:p>
            <a:pPr algn="ctr">
              <a:buNone/>
            </a:pPr>
            <a:r>
              <a:rPr lang="it-IT" sz="4400" dirty="0" smtClean="0">
                <a:latin typeface="Maiandra GD" pitchFamily="34" charset="0"/>
              </a:rPr>
              <a:t>non lo dimentico</a:t>
            </a:r>
          </a:p>
          <a:p>
            <a:pPr algn="ctr">
              <a:buNone/>
            </a:pPr>
            <a:r>
              <a:rPr lang="it-IT" sz="4400" dirty="0" smtClean="0">
                <a:latin typeface="Maiandra GD" pitchFamily="34" charset="0"/>
              </a:rPr>
              <a:t>Sono un principe anch’io </a:t>
            </a:r>
          </a:p>
          <a:p>
            <a:pPr algn="ctr">
              <a:buNone/>
            </a:pPr>
            <a:r>
              <a:rPr lang="it-IT" sz="4400" dirty="0" smtClean="0">
                <a:latin typeface="Maiandra GD" pitchFamily="34" charset="0"/>
              </a:rPr>
              <a:t>anche povero son</a:t>
            </a:r>
          </a:p>
          <a:p>
            <a:pPr algn="ctr">
              <a:buNone/>
            </a:pPr>
            <a:r>
              <a:rPr lang="it-IT" sz="4400" dirty="0" smtClean="0">
                <a:latin typeface="Maiandra GD" pitchFamily="34" charset="0"/>
              </a:rPr>
              <a:t>Quanti sbagli ho fatto </a:t>
            </a:r>
          </a:p>
          <a:p>
            <a:pPr algn="ctr">
              <a:buNone/>
            </a:pPr>
            <a:r>
              <a:rPr lang="it-IT" sz="4400" dirty="0" smtClean="0">
                <a:latin typeface="Maiandra GD" pitchFamily="34" charset="0"/>
              </a:rPr>
              <a:t>e sto facendo farò</a:t>
            </a:r>
          </a:p>
          <a:p>
            <a:pPr algn="ctr">
              <a:buNone/>
            </a:pPr>
            <a:r>
              <a:rPr lang="it-IT" sz="4400" dirty="0" smtClean="0">
                <a:latin typeface="Maiandra GD" pitchFamily="34" charset="0"/>
              </a:rPr>
              <a:t>Su una cosa non sbaglio </a:t>
            </a:r>
          </a:p>
          <a:p>
            <a:pPr algn="ctr">
              <a:buNone/>
            </a:pPr>
            <a:r>
              <a:rPr lang="it-IT" sz="4400" dirty="0" smtClean="0">
                <a:latin typeface="Maiandra GD" pitchFamily="34" charset="0"/>
              </a:rPr>
              <a:t>so che mi ami Signor</a:t>
            </a:r>
          </a:p>
          <a:p>
            <a:pPr>
              <a:buNone/>
            </a:pPr>
            <a:endParaRPr lang="it-IT" sz="4000" dirty="0">
              <a:latin typeface="Maiandra GD" pitchFamily="3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443805"/>
            <a:ext cx="8291264" cy="5721499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it-IT" sz="4800" dirty="0" smtClean="0">
                <a:latin typeface="Maiandra GD" pitchFamily="34" charset="0"/>
              </a:rPr>
              <a:t>Come una foglia tra le mie dita</a:t>
            </a:r>
          </a:p>
          <a:p>
            <a:pPr algn="ctr">
              <a:buNone/>
            </a:pPr>
            <a:r>
              <a:rPr lang="it-IT" sz="4800" dirty="0" smtClean="0">
                <a:latin typeface="Maiandra GD" pitchFamily="34" charset="0"/>
              </a:rPr>
              <a:t>Così incerto il futuro Signor</a:t>
            </a:r>
          </a:p>
          <a:p>
            <a:pPr algn="ctr">
              <a:buNone/>
            </a:pPr>
            <a:r>
              <a:rPr lang="it-IT" sz="4800" dirty="0" smtClean="0">
                <a:latin typeface="Maiandra GD" pitchFamily="34" charset="0"/>
              </a:rPr>
              <a:t>Ma la tua mano </a:t>
            </a:r>
            <a:r>
              <a:rPr lang="it-IT" sz="4800" dirty="0" err="1" smtClean="0">
                <a:latin typeface="Maiandra GD" pitchFamily="34" charset="0"/>
              </a:rPr>
              <a:t>sostien</a:t>
            </a:r>
            <a:r>
              <a:rPr lang="it-IT" sz="4800" dirty="0" smtClean="0">
                <a:latin typeface="Maiandra GD" pitchFamily="34" charset="0"/>
              </a:rPr>
              <a:t> la mia vita</a:t>
            </a:r>
          </a:p>
          <a:p>
            <a:pPr algn="ctr">
              <a:buNone/>
            </a:pPr>
            <a:r>
              <a:rPr lang="it-IT" sz="4800" dirty="0" smtClean="0">
                <a:latin typeface="Maiandra GD" pitchFamily="34" charset="0"/>
              </a:rPr>
              <a:t>E il futuro mio già in te io ho</a:t>
            </a:r>
          </a:p>
          <a:p>
            <a:pPr>
              <a:buNone/>
            </a:pPr>
            <a:endParaRPr lang="it-IT" sz="4000" dirty="0">
              <a:latin typeface="Maiandra GD" pitchFamily="3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260648"/>
            <a:ext cx="8424936" cy="6408712"/>
          </a:xfrm>
        </p:spPr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lang="it-IT" sz="4000" dirty="0" smtClean="0">
                <a:latin typeface="Maiandra GD" pitchFamily="34" charset="0"/>
              </a:rPr>
              <a:t>Rit. Sono un figlio di Dio </a:t>
            </a:r>
          </a:p>
          <a:p>
            <a:pPr algn="ctr">
              <a:buNone/>
            </a:pPr>
            <a:r>
              <a:rPr lang="it-IT" sz="4000" dirty="0" smtClean="0">
                <a:latin typeface="Maiandra GD" pitchFamily="34" charset="0"/>
              </a:rPr>
              <a:t>non lo dimentico</a:t>
            </a:r>
          </a:p>
          <a:p>
            <a:pPr algn="ctr">
              <a:buNone/>
            </a:pPr>
            <a:r>
              <a:rPr lang="it-IT" sz="4000" dirty="0" smtClean="0">
                <a:latin typeface="Maiandra GD" pitchFamily="34" charset="0"/>
              </a:rPr>
              <a:t>Sono un principe anch’io </a:t>
            </a:r>
          </a:p>
          <a:p>
            <a:pPr algn="ctr">
              <a:buNone/>
            </a:pPr>
            <a:r>
              <a:rPr lang="it-IT" sz="4000" dirty="0" smtClean="0">
                <a:latin typeface="Maiandra GD" pitchFamily="34" charset="0"/>
              </a:rPr>
              <a:t>anche povero son</a:t>
            </a:r>
          </a:p>
          <a:p>
            <a:pPr algn="ctr">
              <a:buNone/>
            </a:pPr>
            <a:r>
              <a:rPr lang="it-IT" sz="4000" dirty="0" smtClean="0">
                <a:latin typeface="Maiandra GD" pitchFamily="34" charset="0"/>
              </a:rPr>
              <a:t>Quanti sbagli ho fatto </a:t>
            </a:r>
          </a:p>
          <a:p>
            <a:pPr algn="ctr">
              <a:buNone/>
            </a:pPr>
            <a:r>
              <a:rPr lang="it-IT" sz="4000" dirty="0" smtClean="0">
                <a:latin typeface="Maiandra GD" pitchFamily="34" charset="0"/>
              </a:rPr>
              <a:t>e sto facendo farò</a:t>
            </a:r>
          </a:p>
          <a:p>
            <a:pPr algn="ctr">
              <a:buNone/>
            </a:pPr>
            <a:r>
              <a:rPr lang="it-IT" sz="4000" dirty="0" smtClean="0">
                <a:latin typeface="Maiandra GD" pitchFamily="34" charset="0"/>
              </a:rPr>
              <a:t>Su una cosa non </a:t>
            </a:r>
            <a:r>
              <a:rPr lang="it-IT" sz="4000" dirty="0" smtClean="0">
                <a:latin typeface="Maiandra GD" pitchFamily="34" charset="0"/>
              </a:rPr>
              <a:t>sbaglio</a:t>
            </a:r>
          </a:p>
          <a:p>
            <a:pPr algn="ctr">
              <a:buNone/>
            </a:pPr>
            <a:r>
              <a:rPr lang="it-IT" sz="4000" dirty="0" smtClean="0">
                <a:latin typeface="Maiandra GD" pitchFamily="34" charset="0"/>
              </a:rPr>
              <a:t>Su una cosa non sbaglio</a:t>
            </a:r>
          </a:p>
          <a:p>
            <a:pPr algn="ctr">
              <a:buNone/>
            </a:pPr>
            <a:r>
              <a:rPr lang="it-IT" sz="4000" dirty="0" smtClean="0">
                <a:latin typeface="Maiandra GD" pitchFamily="34" charset="0"/>
              </a:rPr>
              <a:t>Su una cosa non sbaglio</a:t>
            </a:r>
          </a:p>
          <a:p>
            <a:pPr algn="ctr">
              <a:buNone/>
            </a:pPr>
            <a:r>
              <a:rPr lang="it-IT" sz="4000" dirty="0" smtClean="0">
                <a:latin typeface="Maiandra GD" pitchFamily="34" charset="0"/>
              </a:rPr>
              <a:t>So che MI AMI SIGNOR!!!! </a:t>
            </a:r>
            <a:endParaRPr lang="it-IT" sz="4000" dirty="0" smtClean="0">
              <a:latin typeface="Maiandra GD" pitchFamily="34" charset="0"/>
            </a:endParaRPr>
          </a:p>
          <a:p>
            <a:pPr>
              <a:buNone/>
            </a:pPr>
            <a:endParaRPr lang="it-IT" sz="3600" dirty="0">
              <a:latin typeface="Maiandra GD" pitchFamily="3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204</Words>
  <Application>Microsoft Office PowerPoint</Application>
  <PresentationFormat>Presentazione su schermo (4:3)</PresentationFormat>
  <Paragraphs>39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8" baseType="lpstr">
      <vt:lpstr>Tema di Office</vt:lpstr>
      <vt:lpstr>IO SO CHI SONO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 SO CHI SONO</dc:title>
  <dc:creator>Damaris</dc:creator>
  <cp:lastModifiedBy>Gruppo Merate-Olgiat</cp:lastModifiedBy>
  <cp:revision>3</cp:revision>
  <dcterms:created xsi:type="dcterms:W3CDTF">2012-02-17T12:17:02Z</dcterms:created>
  <dcterms:modified xsi:type="dcterms:W3CDTF">2013-07-19T18:21:23Z</dcterms:modified>
</cp:coreProperties>
</file>