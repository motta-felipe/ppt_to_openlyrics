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49" autoAdjust="0"/>
  </p:normalViewPr>
  <p:slideViewPr>
    <p:cSldViewPr>
      <p:cViewPr varScale="1">
        <p:scale>
          <a:sx n="67" d="100"/>
          <a:sy n="67" d="100"/>
        </p:scale>
        <p:origin x="-60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1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3918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38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972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270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6898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837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566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2743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354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402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156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1B882-6AC3-4AFF-B793-F3B62B116638}" type="datetimeFigureOut">
              <a:rPr lang="it-IT" smtClean="0"/>
              <a:t>17/01/2014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24CFE-8B20-4E6F-A9C3-ED8C1ADE671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7245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725811"/>
            <a:ext cx="7772400" cy="2279254"/>
          </a:xfrm>
        </p:spPr>
        <p:txBody>
          <a:bodyPr>
            <a:noAutofit/>
          </a:bodyPr>
          <a:lstStyle/>
          <a:p>
            <a:pPr algn="ctr"/>
            <a:r>
              <a:rPr lang="it-IT" sz="6600" b="1" i="1" dirty="0" smtClean="0">
                <a:latin typeface="Century Gothic" panose="020B0502020202020204" pitchFamily="34" charset="0"/>
              </a:rPr>
              <a:t>RESTA ACCANTO A ME</a:t>
            </a:r>
            <a:endParaRPr lang="it-IT" sz="66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6343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4624"/>
            <a:ext cx="8229600" cy="539005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Ora vado sulla mia strada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Con l’amore tuo che mi guida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O Signore ovunque io vada 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Resta accanto a me.</a:t>
            </a:r>
            <a:endParaRPr lang="it-IT" sz="5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666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476672"/>
            <a:ext cx="8291264" cy="56494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Io ti prego stammi vicino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Ogni passo del mio cammino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Ogni notte, ogni mattino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Resta accanto a me</a:t>
            </a:r>
            <a:endParaRPr lang="it-IT" sz="5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4066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16632"/>
            <a:ext cx="8219256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i="1" dirty="0" smtClean="0">
                <a:latin typeface="Century Gothic" panose="020B0502020202020204" pitchFamily="34" charset="0"/>
              </a:rPr>
              <a:t>Il tuo sguardo puro sia luce per me</a:t>
            </a:r>
          </a:p>
          <a:p>
            <a:pPr marL="0" indent="0" algn="ctr">
              <a:buNone/>
            </a:pPr>
            <a:r>
              <a:rPr lang="it-IT" sz="4400" b="1" i="1" dirty="0" smtClean="0">
                <a:latin typeface="Century Gothic" panose="020B0502020202020204" pitchFamily="34" charset="0"/>
              </a:rPr>
              <a:t>E la tua parola sia voce per me</a:t>
            </a:r>
          </a:p>
          <a:p>
            <a:pPr marL="0" indent="0" algn="ctr">
              <a:buNone/>
            </a:pPr>
            <a:r>
              <a:rPr lang="it-IT" sz="4400" b="1" i="1" dirty="0" smtClean="0">
                <a:latin typeface="Century Gothic" panose="020B0502020202020204" pitchFamily="34" charset="0"/>
              </a:rPr>
              <a:t>Che io trovi il senso del mio andare</a:t>
            </a:r>
          </a:p>
          <a:p>
            <a:pPr marL="0" indent="0" algn="ctr">
              <a:buNone/>
            </a:pPr>
            <a:r>
              <a:rPr lang="it-IT" sz="4400" b="1" i="1" dirty="0" smtClean="0">
                <a:latin typeface="Century Gothic" panose="020B0502020202020204" pitchFamily="34" charset="0"/>
              </a:rPr>
              <a:t>Solo in te!!!</a:t>
            </a:r>
          </a:p>
          <a:p>
            <a:pPr marL="0" indent="0" algn="ctr">
              <a:buNone/>
            </a:pPr>
            <a:r>
              <a:rPr lang="it-IT" sz="4400" b="1" i="1" dirty="0" smtClean="0">
                <a:latin typeface="Century Gothic" panose="020B0502020202020204" pitchFamily="34" charset="0"/>
              </a:rPr>
              <a:t>Nel tuo fedele amare il mio perché.</a:t>
            </a:r>
            <a:endParaRPr lang="it-IT" sz="4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9976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4624"/>
            <a:ext cx="8219256" cy="58655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Ora vado sulla mia strada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Con l’amore tuo che mi guida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O Signore ovunque io vada 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Resta accanto a me.</a:t>
            </a:r>
          </a:p>
          <a:p>
            <a:pPr algn="ctr"/>
            <a:endParaRPr lang="it-IT" sz="5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8512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-27384"/>
            <a:ext cx="8229600" cy="596612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Io ti prego stammi vicino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Ogni passo del mio cammino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Ogni notte, ogni mattino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Resta accanto a me</a:t>
            </a:r>
          </a:p>
          <a:p>
            <a:pPr marL="0" indent="0" algn="ctr">
              <a:buNone/>
            </a:pPr>
            <a:endParaRPr lang="it-IT" sz="5400" b="1" i="1" dirty="0" smtClean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902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260648"/>
            <a:ext cx="8363272" cy="58655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000" b="1" i="1" dirty="0" smtClean="0">
                <a:latin typeface="Century Gothic" panose="020B0502020202020204" pitchFamily="34" charset="0"/>
              </a:rPr>
              <a:t>Fa che chi mi guarda non veda che te</a:t>
            </a:r>
          </a:p>
          <a:p>
            <a:pPr marL="0" indent="0" algn="ctr">
              <a:buNone/>
            </a:pPr>
            <a:r>
              <a:rPr lang="it-IT" sz="4000" b="1" i="1" dirty="0" smtClean="0">
                <a:latin typeface="Century Gothic" panose="020B0502020202020204" pitchFamily="34" charset="0"/>
              </a:rPr>
              <a:t>Fa che chi mi ascolta non senta che te</a:t>
            </a:r>
          </a:p>
          <a:p>
            <a:pPr marL="0" indent="0" algn="ctr">
              <a:buNone/>
            </a:pPr>
            <a:r>
              <a:rPr lang="it-IT" sz="4000" b="1" i="1" dirty="0" smtClean="0">
                <a:latin typeface="Century Gothic" panose="020B0502020202020204" pitchFamily="34" charset="0"/>
              </a:rPr>
              <a:t>E chi pensa a me, fa che nel cuore</a:t>
            </a:r>
          </a:p>
          <a:p>
            <a:pPr marL="0" indent="0" algn="ctr">
              <a:buNone/>
            </a:pPr>
            <a:r>
              <a:rPr lang="it-IT" sz="4000" b="1" i="1" dirty="0" smtClean="0">
                <a:latin typeface="Century Gothic" panose="020B0502020202020204" pitchFamily="34" charset="0"/>
              </a:rPr>
              <a:t>Pensi a Te!!</a:t>
            </a:r>
          </a:p>
          <a:p>
            <a:pPr marL="0" indent="0" algn="ctr">
              <a:buNone/>
            </a:pPr>
            <a:r>
              <a:rPr lang="it-IT" sz="4000" b="1" i="1" dirty="0" smtClean="0">
                <a:latin typeface="Century Gothic" panose="020B0502020202020204" pitchFamily="34" charset="0"/>
              </a:rPr>
              <a:t>E trovi quell’amore che hai dato a me.</a:t>
            </a:r>
          </a:p>
          <a:p>
            <a:pPr algn="ctr"/>
            <a:endParaRPr lang="it-IT" sz="4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428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16632"/>
            <a:ext cx="8219256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Ora vado sulla mia strada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Con l’amore tuo che mi guida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O Signore ovunque io vada </a:t>
            </a:r>
          </a:p>
          <a:p>
            <a:pPr marL="0" indent="0" algn="ctr">
              <a:buNone/>
            </a:pPr>
            <a:r>
              <a:rPr lang="it-IT" sz="5400" b="1" i="1" dirty="0" smtClean="0">
                <a:latin typeface="Century Gothic" panose="020B0502020202020204" pitchFamily="34" charset="0"/>
              </a:rPr>
              <a:t>Resta accanto a me.</a:t>
            </a:r>
          </a:p>
          <a:p>
            <a:pPr algn="ctr"/>
            <a:endParaRPr lang="it-IT" sz="5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5744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260648"/>
            <a:ext cx="8208912" cy="612068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000" b="1" i="1" dirty="0" smtClean="0">
                <a:latin typeface="Century Gothic" panose="020B0502020202020204" pitchFamily="34" charset="0"/>
              </a:rPr>
              <a:t>Io ti prego stammi vicino</a:t>
            </a:r>
          </a:p>
          <a:p>
            <a:pPr marL="0" indent="0" algn="ctr">
              <a:buNone/>
            </a:pPr>
            <a:r>
              <a:rPr lang="it-IT" sz="5000" b="1" i="1" dirty="0" smtClean="0">
                <a:latin typeface="Century Gothic" panose="020B0502020202020204" pitchFamily="34" charset="0"/>
              </a:rPr>
              <a:t>Ogni passo del mio cammino</a:t>
            </a:r>
          </a:p>
          <a:p>
            <a:pPr marL="0" indent="0" algn="ctr">
              <a:buNone/>
            </a:pPr>
            <a:r>
              <a:rPr lang="it-IT" sz="5000" b="1" i="1" dirty="0" smtClean="0">
                <a:latin typeface="Century Gothic" panose="020B0502020202020204" pitchFamily="34" charset="0"/>
              </a:rPr>
              <a:t>Ogni notte, ogni mattino</a:t>
            </a:r>
          </a:p>
          <a:p>
            <a:pPr marL="0" indent="0" algn="ctr">
              <a:buNone/>
            </a:pPr>
            <a:r>
              <a:rPr lang="it-IT" sz="5000" b="1" i="1" dirty="0" smtClean="0">
                <a:latin typeface="Century Gothic" panose="020B0502020202020204" pitchFamily="34" charset="0"/>
              </a:rPr>
              <a:t>Resta accanto a me</a:t>
            </a:r>
          </a:p>
          <a:p>
            <a:pPr marL="0" indent="0" algn="ctr">
              <a:buNone/>
            </a:pPr>
            <a:r>
              <a:rPr lang="it-IT" sz="5000" b="1" i="1" dirty="0" smtClean="0">
                <a:latin typeface="Century Gothic" panose="020B0502020202020204" pitchFamily="34" charset="0"/>
              </a:rPr>
              <a:t>Resta accanto a me.</a:t>
            </a:r>
          </a:p>
        </p:txBody>
      </p:sp>
    </p:spTree>
    <p:extLst>
      <p:ext uri="{BB962C8B-B14F-4D97-AF65-F5344CB8AC3E}">
        <p14:creationId xmlns:p14="http://schemas.microsoft.com/office/powerpoint/2010/main" val="14801351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2F2F2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206</Words>
  <Application>Microsoft Office PowerPoint</Application>
  <PresentationFormat>Presentazione su schermo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Tema di Office</vt:lpstr>
      <vt:lpstr>RESTA ACCANTO A 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 ACCANTO A ME</dc:title>
  <dc:creator>P A O L O</dc:creator>
  <cp:lastModifiedBy>P A O L O</cp:lastModifiedBy>
  <cp:revision>3</cp:revision>
  <dcterms:created xsi:type="dcterms:W3CDTF">2014-01-18T05:28:28Z</dcterms:created>
  <dcterms:modified xsi:type="dcterms:W3CDTF">2014-01-18T05:53:16Z</dcterms:modified>
</cp:coreProperties>
</file>