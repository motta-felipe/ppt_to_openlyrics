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66FFCC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28" autoAdjust="0"/>
  </p:normalViewPr>
  <p:slideViewPr>
    <p:cSldViewPr>
      <p:cViewPr varScale="1">
        <p:scale>
          <a:sx n="70" d="100"/>
          <a:sy n="70" d="100"/>
        </p:scale>
        <p:origin x="-5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3FC2-4C48-48E0-9EEC-A11E08B169D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EA014-4B5B-469E-926D-53A460A0E9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7012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3FC2-4C48-48E0-9EEC-A11E08B169D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EA014-4B5B-469E-926D-53A460A0E9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9622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3FC2-4C48-48E0-9EEC-A11E08B169D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EA014-4B5B-469E-926D-53A460A0E9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391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3FC2-4C48-48E0-9EEC-A11E08B169D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EA014-4B5B-469E-926D-53A460A0E9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9562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3FC2-4C48-48E0-9EEC-A11E08B169D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EA014-4B5B-469E-926D-53A460A0E9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123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3FC2-4C48-48E0-9EEC-A11E08B169D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EA014-4B5B-469E-926D-53A460A0E9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5585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3FC2-4C48-48E0-9EEC-A11E08B169D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EA014-4B5B-469E-926D-53A460A0E9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743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3FC2-4C48-48E0-9EEC-A11E08B169D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EA014-4B5B-469E-926D-53A460A0E9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402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3FC2-4C48-48E0-9EEC-A11E08B169D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EA014-4B5B-469E-926D-53A460A0E9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2715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3FC2-4C48-48E0-9EEC-A11E08B169D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EA014-4B5B-469E-926D-53A460A0E9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2551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3FC2-4C48-48E0-9EEC-A11E08B169D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EA014-4B5B-469E-926D-53A460A0E9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171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03FC2-4C48-48E0-9EEC-A11E08B169D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EA014-4B5B-469E-926D-53A460A0E9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5409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81"/>
            <a:ext cx="9144000" cy="686476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6858000"/>
          </a:xfrm>
        </p:spPr>
        <p:txBody>
          <a:bodyPr>
            <a:normAutofit/>
          </a:bodyPr>
          <a:lstStyle/>
          <a:p>
            <a:r>
              <a:rPr lang="it-IT" sz="11500" b="1" dirty="0" smtClean="0">
                <a:ln w="76200">
                  <a:solidFill>
                    <a:srgbClr val="FFCC00"/>
                  </a:solidFill>
                </a:ln>
                <a:solidFill>
                  <a:srgbClr val="FFCC00"/>
                </a:solidFill>
                <a:latin typeface="Book Antiqua" pitchFamily="18" charset="0"/>
              </a:rPr>
              <a:t>MOMENTI COSI’</a:t>
            </a:r>
            <a:endParaRPr lang="it-IT" sz="11500" b="1" dirty="0">
              <a:ln w="76200">
                <a:solidFill>
                  <a:srgbClr val="FFCC00"/>
                </a:solidFill>
              </a:ln>
              <a:solidFill>
                <a:srgbClr val="FFCC0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033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>
                <a:solidFill>
                  <a:srgbClr val="FFCC00"/>
                </a:solidFill>
                <a:latin typeface="Book Antiqua" pitchFamily="18" charset="0"/>
              </a:rPr>
              <a:t>Momenti così, trascorsi tra noi,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FFCC00"/>
                </a:solidFill>
                <a:latin typeface="Book Antiqua" pitchFamily="18" charset="0"/>
              </a:rPr>
              <a:t>Annunciano il Regno di Dio.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FFCC00"/>
                </a:solidFill>
                <a:latin typeface="Book Antiqua" pitchFamily="18" charset="0"/>
              </a:rPr>
              <a:t>Momenti così mi fanno pensar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FFCC00"/>
                </a:solidFill>
                <a:latin typeface="Book Antiqua" pitchFamily="18" charset="0"/>
              </a:rPr>
              <a:t>A quando </a:t>
            </a:r>
            <a:r>
              <a:rPr lang="it-IT" sz="5400" dirty="0" err="1" smtClean="0">
                <a:solidFill>
                  <a:srgbClr val="FFCC00"/>
                </a:solidFill>
                <a:latin typeface="Book Antiqua" pitchFamily="18" charset="0"/>
              </a:rPr>
              <a:t>sarem</a:t>
            </a:r>
            <a:r>
              <a:rPr lang="it-IT" sz="5400" dirty="0" smtClean="0">
                <a:solidFill>
                  <a:srgbClr val="FFCC00"/>
                </a:solidFill>
                <a:latin typeface="Book Antiqua" pitchFamily="18" charset="0"/>
              </a:rPr>
              <a:t> con Gesù.</a:t>
            </a:r>
          </a:p>
        </p:txBody>
      </p:sp>
    </p:spTree>
    <p:extLst>
      <p:ext uri="{BB962C8B-B14F-4D97-AF65-F5344CB8AC3E}">
        <p14:creationId xmlns:p14="http://schemas.microsoft.com/office/powerpoint/2010/main" val="2108956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24474"/>
            <a:ext cx="9144000" cy="6833526"/>
          </a:xfrm>
          <a:solidFill>
            <a:schemeClr val="tx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7200" dirty="0" smtClean="0">
                <a:solidFill>
                  <a:srgbClr val="FFCC00"/>
                </a:solidFill>
                <a:latin typeface="Book Antiqua" pitchFamily="18" charset="0"/>
              </a:rPr>
              <a:t>Il mio canto allor, </a:t>
            </a:r>
          </a:p>
          <a:p>
            <a:pPr marL="0" indent="0" algn="ctr">
              <a:buNone/>
            </a:pPr>
            <a:r>
              <a:rPr lang="it-IT" sz="7200" dirty="0" smtClean="0">
                <a:solidFill>
                  <a:srgbClr val="FFCC00"/>
                </a:solidFill>
                <a:latin typeface="Book Antiqua" pitchFamily="18" charset="0"/>
              </a:rPr>
              <a:t>Mi sprigiona dal cuor</a:t>
            </a:r>
          </a:p>
          <a:p>
            <a:pPr marL="0" indent="0" algn="ctr">
              <a:buNone/>
            </a:pPr>
            <a:r>
              <a:rPr lang="it-IT" sz="7200" dirty="0" smtClean="0">
                <a:solidFill>
                  <a:srgbClr val="FFCC00"/>
                </a:solidFill>
                <a:latin typeface="Book Antiqua" pitchFamily="18" charset="0"/>
              </a:rPr>
              <a:t>Per volare a Te</a:t>
            </a:r>
          </a:p>
          <a:p>
            <a:pPr marL="0" indent="0" algn="ctr">
              <a:buNone/>
            </a:pPr>
            <a:r>
              <a:rPr lang="it-IT" sz="7200" dirty="0" smtClean="0">
                <a:solidFill>
                  <a:srgbClr val="FFCC00"/>
                </a:solidFill>
                <a:latin typeface="Book Antiqua" pitchFamily="18" charset="0"/>
              </a:rPr>
              <a:t>Perché sei amor.</a:t>
            </a:r>
            <a:endParaRPr lang="it-IT" sz="7200" dirty="0">
              <a:solidFill>
                <a:srgbClr val="FFCC0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825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>
                <a:solidFill>
                  <a:srgbClr val="FFCC00"/>
                </a:solidFill>
                <a:latin typeface="Book Antiqua" pitchFamily="18" charset="0"/>
              </a:rPr>
              <a:t>Momenti così elevano il cuor,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FFCC00"/>
                </a:solidFill>
                <a:latin typeface="Book Antiqua" pitchFamily="18" charset="0"/>
              </a:rPr>
              <a:t>Di chi cerca il volto di Dio.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FFCC00"/>
                </a:solidFill>
                <a:latin typeface="Book Antiqua" pitchFamily="18" charset="0"/>
              </a:rPr>
              <a:t>Momenti così mi fan pregustar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FFCC00"/>
                </a:solidFill>
                <a:latin typeface="Book Antiqua" pitchFamily="18" charset="0"/>
              </a:rPr>
              <a:t>Il tempo che </a:t>
            </a:r>
            <a:r>
              <a:rPr lang="it-IT" sz="5400" dirty="0" err="1" smtClean="0">
                <a:solidFill>
                  <a:srgbClr val="FFCC00"/>
                </a:solidFill>
                <a:latin typeface="Book Antiqua" pitchFamily="18" charset="0"/>
              </a:rPr>
              <a:t>avrem</a:t>
            </a:r>
            <a:r>
              <a:rPr lang="it-IT" sz="5400" dirty="0" smtClean="0">
                <a:solidFill>
                  <a:srgbClr val="FFCC00"/>
                </a:solidFill>
                <a:latin typeface="Book Antiqua" pitchFamily="18" charset="0"/>
              </a:rPr>
              <a:t> con Gesù.</a:t>
            </a:r>
          </a:p>
        </p:txBody>
      </p:sp>
    </p:spTree>
    <p:extLst>
      <p:ext uri="{BB962C8B-B14F-4D97-AF65-F5344CB8AC3E}">
        <p14:creationId xmlns:p14="http://schemas.microsoft.com/office/powerpoint/2010/main" val="1852944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chemeClr val="tx2">
              <a:lumMod val="75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it-IT" sz="4400" dirty="0" smtClean="0">
                <a:solidFill>
                  <a:srgbClr val="FFCC00"/>
                </a:solidFill>
                <a:latin typeface="Book Antiqua" pitchFamily="18" charset="0"/>
              </a:rPr>
              <a:t>Voglio amarti Signor,</a:t>
            </a:r>
          </a:p>
          <a:p>
            <a:pPr marL="0" indent="0" algn="ctr">
              <a:buNone/>
            </a:pPr>
            <a:r>
              <a:rPr lang="it-IT" sz="4400" dirty="0" smtClean="0">
                <a:solidFill>
                  <a:srgbClr val="FFCC00"/>
                </a:solidFill>
                <a:latin typeface="Book Antiqua" pitchFamily="18" charset="0"/>
              </a:rPr>
              <a:t>In risposta al Tuo amor</a:t>
            </a:r>
          </a:p>
          <a:p>
            <a:pPr marL="0" indent="0" algn="ctr">
              <a:buNone/>
            </a:pPr>
            <a:r>
              <a:rPr lang="it-IT" sz="4400" dirty="0" smtClean="0">
                <a:solidFill>
                  <a:srgbClr val="FFCC00"/>
                </a:solidFill>
                <a:latin typeface="Book Antiqua" pitchFamily="18" charset="0"/>
              </a:rPr>
              <a:t>E cantare gloria al Redentor.</a:t>
            </a:r>
          </a:p>
          <a:p>
            <a:pPr marL="0" indent="0" algn="ctr">
              <a:buNone/>
            </a:pPr>
            <a:r>
              <a:rPr lang="it-IT" sz="4400" dirty="0" smtClean="0">
                <a:solidFill>
                  <a:srgbClr val="FFCC00"/>
                </a:solidFill>
                <a:latin typeface="Book Antiqua" pitchFamily="18" charset="0"/>
              </a:rPr>
              <a:t>Voglio amarti Signor,</a:t>
            </a:r>
          </a:p>
          <a:p>
            <a:pPr marL="0" indent="0" algn="ctr">
              <a:buNone/>
            </a:pPr>
            <a:r>
              <a:rPr lang="it-IT" sz="4400" dirty="0" smtClean="0">
                <a:solidFill>
                  <a:srgbClr val="FFCC00"/>
                </a:solidFill>
                <a:latin typeface="Book Antiqua" pitchFamily="18" charset="0"/>
              </a:rPr>
              <a:t>In risposta al Tuo amor</a:t>
            </a:r>
          </a:p>
          <a:p>
            <a:pPr marL="0" indent="0" algn="ctr">
              <a:buNone/>
            </a:pPr>
            <a:r>
              <a:rPr lang="it-IT" sz="4400" dirty="0" smtClean="0">
                <a:solidFill>
                  <a:srgbClr val="FFCC00"/>
                </a:solidFill>
                <a:latin typeface="Book Antiqua" pitchFamily="18" charset="0"/>
              </a:rPr>
              <a:t>E cantare gloria al Redentor.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05559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100</Words>
  <Application>Microsoft Office PowerPoint</Application>
  <PresentationFormat>Presentazione su schermo (4:3)</PresentationFormat>
  <Paragraphs>19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MOMENTI COSI’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MOMENTI COSI’</dc:title>
  <dc:creator>CHIESA_MERATE_</dc:creator>
  <cp:lastModifiedBy>CHIESA_MERATE_</cp:lastModifiedBy>
  <cp:revision>3</cp:revision>
  <dcterms:created xsi:type="dcterms:W3CDTF">2013-02-16T09:13:20Z</dcterms:created>
  <dcterms:modified xsi:type="dcterms:W3CDTF">2013-02-16T09:52:49Z</dcterms:modified>
</cp:coreProperties>
</file>