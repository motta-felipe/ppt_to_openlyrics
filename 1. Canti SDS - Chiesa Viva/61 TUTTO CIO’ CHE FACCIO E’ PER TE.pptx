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364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6099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42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714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194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41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110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677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296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449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176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3FDD7-5EEF-4CEE-A94A-75FF21D0C952}" type="datetimeFigureOut">
              <a:rPr lang="it-IT" smtClean="0"/>
              <a:t>02/11/2013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D73ED-C0DB-439C-BC60-67E27754DD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716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36000">
              <a:srgbClr val="9966FF"/>
            </a:gs>
            <a:gs pos="82001">
              <a:srgbClr val="99CCFF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052737"/>
            <a:ext cx="7772400" cy="4320480"/>
          </a:xfrm>
        </p:spPr>
        <p:txBody>
          <a:bodyPr>
            <a:noAutofit/>
          </a:bodyPr>
          <a:lstStyle/>
          <a:p>
            <a:r>
              <a:rPr lang="it-IT" sz="9600" dirty="0" smtClean="0">
                <a:latin typeface="AR CHRISTY" pitchFamily="2" charset="0"/>
                <a:cs typeface="Aharoni" pitchFamily="2" charset="-79"/>
              </a:rPr>
              <a:t>TUTTO CIO’ CHE FACCIO E’ PER TE</a:t>
            </a:r>
            <a:endParaRPr lang="it-IT" sz="9600" dirty="0">
              <a:latin typeface="AR CHRISTY" pitchFamily="2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93135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36000">
              <a:srgbClr val="9966FF"/>
            </a:gs>
            <a:gs pos="82001">
              <a:srgbClr val="99CCFF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260648"/>
            <a:ext cx="8291264" cy="58655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800" dirty="0" smtClean="0">
                <a:latin typeface="AR CHRISTY" pitchFamily="2" charset="0"/>
              </a:rPr>
              <a:t>Na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</a:p>
          <a:p>
            <a:pPr marL="0" indent="0" algn="ctr">
              <a:buNone/>
            </a:pPr>
            <a:r>
              <a:rPr lang="it-IT" sz="8800" dirty="0" smtClean="0">
                <a:latin typeface="AR CHRISTY" pitchFamily="2" charset="0"/>
              </a:rPr>
              <a:t>Na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</a:p>
          <a:p>
            <a:pPr marL="0" indent="0" algn="ctr">
              <a:buNone/>
            </a:pPr>
            <a:endParaRPr lang="it-IT" sz="8800" dirty="0" smtClean="0">
              <a:latin typeface="AR CHRISTY" pitchFamily="2" charset="0"/>
            </a:endParaRPr>
          </a:p>
          <a:p>
            <a:pPr marL="0" indent="0" algn="ctr">
              <a:buNone/>
            </a:pPr>
            <a:endParaRPr lang="it-IT" sz="8800" dirty="0">
              <a:latin typeface="AR CHRIST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663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36000">
              <a:srgbClr val="9966FF"/>
            </a:gs>
            <a:gs pos="82001">
              <a:srgbClr val="99CCFF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76672"/>
            <a:ext cx="8219256" cy="619268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Il mio cammino porta a Te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Tu sei la via, Gesù…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Tutto ciò che faccio è per Te…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Mi batte il cuore grazie a Te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Tu mi dai la vita…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Tutto ciò che faccio è per te…</a:t>
            </a:r>
          </a:p>
        </p:txBody>
      </p:sp>
    </p:spTree>
    <p:extLst>
      <p:ext uri="{BB962C8B-B14F-4D97-AF65-F5344CB8AC3E}">
        <p14:creationId xmlns:p14="http://schemas.microsoft.com/office/powerpoint/2010/main" val="954631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36000">
              <a:srgbClr val="9966FF"/>
            </a:gs>
            <a:gs pos="82001">
              <a:srgbClr val="99CCFF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260648"/>
            <a:ext cx="8291264" cy="58655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800" dirty="0" smtClean="0">
                <a:latin typeface="AR CHRISTY" pitchFamily="2" charset="0"/>
              </a:rPr>
              <a:t>Na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</a:p>
          <a:p>
            <a:pPr marL="0" indent="0" algn="ctr">
              <a:buNone/>
            </a:pPr>
            <a:r>
              <a:rPr lang="it-IT" sz="8800" dirty="0" smtClean="0">
                <a:latin typeface="AR CHRISTY" pitchFamily="2" charset="0"/>
              </a:rPr>
              <a:t>Na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  <a:r>
              <a:rPr lang="it-IT" sz="8800" dirty="0" err="1" smtClean="0">
                <a:latin typeface="AR CHRISTY" pitchFamily="2" charset="0"/>
              </a:rPr>
              <a:t>na</a:t>
            </a:r>
            <a:r>
              <a:rPr lang="it-IT" sz="8800" dirty="0" smtClean="0">
                <a:latin typeface="AR CHRISTY" pitchFamily="2" charset="0"/>
              </a:rPr>
              <a:t> </a:t>
            </a:r>
          </a:p>
          <a:p>
            <a:pPr marL="0" indent="0" algn="ctr">
              <a:buNone/>
            </a:pPr>
            <a:endParaRPr lang="it-IT" sz="8800" dirty="0" smtClean="0">
              <a:latin typeface="AR CHRISTY" pitchFamily="2" charset="0"/>
            </a:endParaRPr>
          </a:p>
          <a:p>
            <a:pPr marL="0" indent="0" algn="ctr">
              <a:buNone/>
            </a:pPr>
            <a:endParaRPr lang="it-IT" sz="8800" dirty="0">
              <a:latin typeface="AR CHRIST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829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36000">
              <a:srgbClr val="9966FF"/>
            </a:gs>
            <a:gs pos="82001">
              <a:srgbClr val="99CCFF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76672"/>
            <a:ext cx="8219256" cy="619268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Il mio cammino porta a Te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Tu sei la via, Gesù…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Tutto ciò che faccio è per Te…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Mi batte il cuore grazie a Te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Tu mi dai la vita…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CHRISTY" pitchFamily="2" charset="0"/>
              </a:rPr>
              <a:t>Tutto ciò che faccio è per te…</a:t>
            </a:r>
          </a:p>
        </p:txBody>
      </p:sp>
    </p:spTree>
    <p:extLst>
      <p:ext uri="{BB962C8B-B14F-4D97-AF65-F5344CB8AC3E}">
        <p14:creationId xmlns:p14="http://schemas.microsoft.com/office/powerpoint/2010/main" val="528126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36000">
              <a:srgbClr val="9966FF"/>
            </a:gs>
            <a:gs pos="82001">
              <a:srgbClr val="99CCFF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332656"/>
            <a:ext cx="8291264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>
                <a:latin typeface="AR CHRISTY" pitchFamily="2" charset="0"/>
              </a:rPr>
              <a:t>I</a:t>
            </a:r>
            <a:r>
              <a:rPr lang="it-IT" sz="6000" dirty="0" smtClean="0">
                <a:latin typeface="AR CHRISTY" pitchFamily="2" charset="0"/>
              </a:rPr>
              <a:t>l tuo amore è come un’onda</a:t>
            </a:r>
          </a:p>
          <a:p>
            <a:pPr marL="0" indent="0" algn="ctr">
              <a:buNone/>
            </a:pPr>
            <a:r>
              <a:rPr lang="it-IT" sz="6000" dirty="0" smtClean="0">
                <a:latin typeface="AR CHRISTY" pitchFamily="2" charset="0"/>
              </a:rPr>
              <a:t>che mi bagna per l’Eternità</a:t>
            </a:r>
          </a:p>
          <a:p>
            <a:pPr marL="0" indent="0" algn="ctr">
              <a:buNone/>
            </a:pPr>
            <a:r>
              <a:rPr lang="it-IT" sz="6000" dirty="0" smtClean="0">
                <a:latin typeface="AR CHRISTY" pitchFamily="2" charset="0"/>
              </a:rPr>
              <a:t>pace e gioia Tu mi doni</a:t>
            </a:r>
          </a:p>
          <a:p>
            <a:pPr marL="0" indent="0" algn="ctr">
              <a:buNone/>
            </a:pPr>
            <a:r>
              <a:rPr lang="it-IT" sz="6000" dirty="0" smtClean="0">
                <a:latin typeface="AR CHRISTY" pitchFamily="2" charset="0"/>
              </a:rPr>
              <a:t>dove guardo io vedo Te</a:t>
            </a:r>
            <a:endParaRPr lang="it-IT" sz="6000" dirty="0">
              <a:latin typeface="AR CHRIST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661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36000">
              <a:srgbClr val="9966FF"/>
            </a:gs>
            <a:gs pos="82001">
              <a:srgbClr val="99CCFF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260648"/>
            <a:ext cx="8291264" cy="58655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7200" dirty="0" smtClean="0">
                <a:latin typeface="AR CHRISTY" pitchFamily="2" charset="0"/>
              </a:rPr>
              <a:t>Na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</a:p>
          <a:p>
            <a:pPr marL="0" indent="0" algn="ctr">
              <a:buNone/>
            </a:pPr>
            <a:r>
              <a:rPr lang="it-IT" sz="7200" dirty="0" smtClean="0">
                <a:latin typeface="AR CHRISTY" pitchFamily="2" charset="0"/>
              </a:rPr>
              <a:t>Na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</a:p>
          <a:p>
            <a:pPr marL="0" indent="0" algn="ctr">
              <a:buNone/>
            </a:pPr>
            <a:r>
              <a:rPr lang="it-IT" sz="7200" dirty="0" smtClean="0">
                <a:latin typeface="AR CHRISTY" pitchFamily="2" charset="0"/>
              </a:rPr>
              <a:t>Na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</a:p>
          <a:p>
            <a:pPr marL="0" indent="0" algn="ctr">
              <a:buNone/>
            </a:pPr>
            <a:r>
              <a:rPr lang="it-IT" sz="7200" dirty="0" smtClean="0">
                <a:latin typeface="AR CHRISTY" pitchFamily="2" charset="0"/>
              </a:rPr>
              <a:t>Na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  <a:r>
              <a:rPr lang="it-IT" sz="7200" dirty="0" err="1" smtClean="0">
                <a:latin typeface="AR CHRISTY" pitchFamily="2" charset="0"/>
              </a:rPr>
              <a:t>na</a:t>
            </a:r>
            <a:r>
              <a:rPr lang="it-IT" sz="7200" dirty="0" smtClean="0">
                <a:latin typeface="AR CHRISTY" pitchFamily="2" charset="0"/>
              </a:rPr>
              <a:t> </a:t>
            </a:r>
          </a:p>
          <a:p>
            <a:pPr marL="0" indent="0" algn="ctr">
              <a:buNone/>
            </a:pPr>
            <a:endParaRPr lang="it-IT" sz="7200" dirty="0" smtClean="0">
              <a:latin typeface="AR CHRISTY" pitchFamily="2" charset="0"/>
            </a:endParaRPr>
          </a:p>
          <a:p>
            <a:pPr marL="0" indent="0" algn="ctr">
              <a:buNone/>
            </a:pPr>
            <a:endParaRPr lang="it-IT" sz="7200" dirty="0">
              <a:latin typeface="AR CHRIST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405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171</Words>
  <Application>Microsoft Office PowerPoint</Application>
  <PresentationFormat>Presentazione su schermo (4:3)</PresentationFormat>
  <Paragraphs>25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TUTTO CIO’ CHE FACCIO E’ PER 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TUTTO CIO’ CHE FACCIO E’ PER TE</dc:title>
  <dc:creator>GRUPPO MERATE</dc:creator>
  <cp:lastModifiedBy>GRUPPO MERATE</cp:lastModifiedBy>
  <cp:revision>2</cp:revision>
  <dcterms:created xsi:type="dcterms:W3CDTF">2013-11-02T13:18:54Z</dcterms:created>
  <dcterms:modified xsi:type="dcterms:W3CDTF">2013-11-02T13:37:49Z</dcterms:modified>
</cp:coreProperties>
</file>