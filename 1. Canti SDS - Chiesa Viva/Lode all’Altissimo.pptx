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26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589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808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7916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47987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283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125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721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2574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362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9268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6821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3750">
              <a:srgbClr val="FFFF66"/>
            </a:gs>
            <a:gs pos="68000">
              <a:schemeClr val="bg2">
                <a:lumMod val="5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6CEFB-E3A7-4B5E-A5E2-4C3CA989F54F}" type="datetimeFigureOut">
              <a:rPr lang="it-IT" smtClean="0"/>
              <a:t>18/10/2014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25441-454C-46A3-9A35-8C0A9F1DE85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1068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268760"/>
            <a:ext cx="7772400" cy="4034879"/>
          </a:xfrm>
        </p:spPr>
        <p:txBody>
          <a:bodyPr>
            <a:noAutofit/>
          </a:bodyPr>
          <a:lstStyle/>
          <a:p>
            <a:r>
              <a:rPr lang="it-IT" sz="9600" dirty="0" smtClean="0">
                <a:latin typeface="Berlin Sans FB Demi" panose="020E0802020502020306" pitchFamily="34" charset="0"/>
              </a:rPr>
              <a:t>Lode all’Altissimo</a:t>
            </a:r>
            <a:endParaRPr lang="it-IT" sz="96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15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5527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Lode all’Altissimo, lode al Signor della gloria!</a:t>
            </a:r>
            <a:br>
              <a:rPr lang="it-IT" sz="4800" dirty="0" smtClean="0">
                <a:latin typeface="Berlin Sans FB Demi" panose="020E0802020502020306" pitchFamily="34" charset="0"/>
              </a:rPr>
            </a:br>
            <a:r>
              <a:rPr lang="it-IT" sz="4800" dirty="0" smtClean="0">
                <a:latin typeface="Berlin Sans FB Demi" panose="020E0802020502020306" pitchFamily="34" charset="0"/>
              </a:rPr>
              <a:t>Del re dei secoli noi </a:t>
            </a:r>
            <a:r>
              <a:rPr lang="it-IT" sz="4800" dirty="0" err="1" smtClean="0">
                <a:latin typeface="Berlin Sans FB Demi" panose="020E0802020502020306" pitchFamily="34" charset="0"/>
              </a:rPr>
              <a:t>celebriam</a:t>
            </a:r>
            <a:r>
              <a:rPr lang="it-IT" sz="4800" dirty="0" smtClean="0">
                <a:latin typeface="Berlin Sans FB Demi" panose="020E0802020502020306" pitchFamily="34" charset="0"/>
              </a:rPr>
              <a:t> la vittoria!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Or su </a:t>
            </a:r>
            <a:r>
              <a:rPr lang="it-IT" sz="4800" dirty="0" err="1" smtClean="0">
                <a:latin typeface="Berlin Sans FB Demi" panose="020E0802020502020306" pitchFamily="34" charset="0"/>
              </a:rPr>
              <a:t>cantiam</a:t>
            </a:r>
            <a:r>
              <a:rPr lang="it-IT" sz="4800" dirty="0" smtClean="0">
                <a:latin typeface="Berlin Sans FB Demi" panose="020E0802020502020306" pitchFamily="34" charset="0"/>
              </a:rPr>
              <a:t> e tutti </a:t>
            </a:r>
            <a:r>
              <a:rPr lang="it-IT" sz="4800" dirty="0" err="1" smtClean="0">
                <a:latin typeface="Berlin Sans FB Demi" panose="020E0802020502020306" pitchFamily="34" charset="0"/>
              </a:rPr>
              <a:t>insiem</a:t>
            </a:r>
            <a:r>
              <a:rPr lang="it-IT" sz="4800" dirty="0" smtClean="0">
                <a:latin typeface="Berlin Sans FB Demi" panose="020E0802020502020306" pitchFamily="34" charset="0"/>
              </a:rPr>
              <a:t>  </a:t>
            </a:r>
            <a:r>
              <a:rPr lang="it-IT" sz="4800" dirty="0" err="1" smtClean="0">
                <a:latin typeface="Berlin Sans FB Demi" panose="020E0802020502020306" pitchFamily="34" charset="0"/>
              </a:rPr>
              <a:t>giubiliam</a:t>
            </a:r>
            <a:r>
              <a:rPr lang="it-IT" sz="4800" dirty="0" smtClean="0">
                <a:latin typeface="Berlin Sans FB Demi" panose="020E0802020502020306" pitchFamily="34" charset="0"/>
              </a:rPr>
              <a:t>,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In terra e in cielo adoriamo!</a:t>
            </a:r>
          </a:p>
        </p:txBody>
      </p:sp>
    </p:spTree>
    <p:extLst>
      <p:ext uri="{BB962C8B-B14F-4D97-AF65-F5344CB8AC3E}">
        <p14:creationId xmlns:p14="http://schemas.microsoft.com/office/powerpoint/2010/main" val="3879695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16632"/>
            <a:ext cx="8229600" cy="655272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Lode all’Altissimo, quei che dal ciel ha parlato, 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Che </a:t>
            </a:r>
            <a:r>
              <a:rPr lang="it-IT" sz="4800" dirty="0" smtClean="0">
                <a:latin typeface="Berlin Sans FB Demi" panose="020E0802020502020306" pitchFamily="34" charset="0"/>
              </a:rPr>
              <a:t>l’Unigenito per amor nostro ha donato.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Ei ci affrancò e da ogni mal liberò; </a:t>
            </a:r>
            <a:endParaRPr lang="it-IT" sz="4800" dirty="0" smtClean="0">
              <a:latin typeface="Berlin Sans FB Demi" panose="020E0802020502020306" pitchFamily="34" charset="0"/>
            </a:endParaRP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Egli ha sconfitto il peccato. </a:t>
            </a:r>
            <a:endParaRPr lang="it-IT" sz="48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045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Lode all’Altissimo, sole di vera giustizia, 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Che sopra gli umili scende benigna e propizia. </a:t>
            </a: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Il </a:t>
            </a:r>
            <a:r>
              <a:rPr lang="it-IT" sz="4800" dirty="0" smtClean="0">
                <a:latin typeface="Berlin Sans FB Demi" panose="020E0802020502020306" pitchFamily="34" charset="0"/>
              </a:rPr>
              <a:t>peccator celebri il buon </a:t>
            </a:r>
            <a:r>
              <a:rPr lang="it-IT" sz="4800" dirty="0" smtClean="0">
                <a:latin typeface="Berlin Sans FB Demi" panose="020E0802020502020306" pitchFamily="34" charset="0"/>
              </a:rPr>
              <a:t>Redentor </a:t>
            </a:r>
            <a:endParaRPr lang="it-IT" sz="4800" dirty="0" smtClean="0">
              <a:latin typeface="Berlin Sans FB Demi" panose="020E0802020502020306" pitchFamily="34" charset="0"/>
            </a:endParaRPr>
          </a:p>
          <a:p>
            <a:pPr marL="0" indent="0" algn="ctr">
              <a:buNone/>
            </a:pPr>
            <a:r>
              <a:rPr lang="it-IT" sz="4800" dirty="0" smtClean="0">
                <a:latin typeface="Berlin Sans FB Demi" panose="020E0802020502020306" pitchFamily="34" charset="0"/>
              </a:rPr>
              <a:t>Che nel suo amor gli perdona!</a:t>
            </a:r>
            <a:endParaRPr lang="it-IT" sz="4800" dirty="0"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62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74</Words>
  <Application>Microsoft Office PowerPoint</Application>
  <PresentationFormat>Presentazione su schermo (4:3)</PresentationFormat>
  <Paragraphs>12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Lode all’Altissimo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Lode all’Altissimo</dc:title>
  <dc:creator>Windows XP</dc:creator>
  <cp:lastModifiedBy>GRUPPO MERATE</cp:lastModifiedBy>
  <cp:revision>12</cp:revision>
  <dcterms:created xsi:type="dcterms:W3CDTF">2014-06-10T20:26:36Z</dcterms:created>
  <dcterms:modified xsi:type="dcterms:W3CDTF">2014-10-18T06:54:43Z</dcterms:modified>
</cp:coreProperties>
</file>