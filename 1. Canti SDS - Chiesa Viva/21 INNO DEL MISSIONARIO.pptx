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4" autoAdjust="0"/>
    <p:restoredTop sz="94639" autoAdjust="0"/>
  </p:normalViewPr>
  <p:slideViewPr>
    <p:cSldViewPr>
      <p:cViewPr>
        <p:scale>
          <a:sx n="50" d="100"/>
          <a:sy n="50" d="100"/>
        </p:scale>
        <p:origin x="-366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C12FA-0F70-45A2-8A2C-F319F07C959F}" type="datetimeFigureOut">
              <a:rPr lang="it-IT" smtClean="0"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422DC-49AA-498C-ACF5-5ED7CE68E427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7999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it-IT" sz="9600" dirty="0" smtClean="0">
                <a:solidFill>
                  <a:schemeClr val="accent2"/>
                </a:solidFill>
                <a:latin typeface="Gill Sans Ultra Bold Condensed" pitchFamily="34" charset="0"/>
              </a:rPr>
              <a:t>Inno del missionario</a:t>
            </a:r>
            <a:endParaRPr lang="it-IT" sz="9600" dirty="0">
              <a:solidFill>
                <a:schemeClr val="accent2"/>
              </a:solidFill>
              <a:latin typeface="Gill Sans Ultra Bold Condensed" pitchFamily="34" charset="0"/>
            </a:endParaRPr>
          </a:p>
        </p:txBody>
      </p:sp>
      <p:pic>
        <p:nvPicPr>
          <p:cNvPr id="1034" name="Picture 10" descr="C:\Users\UTENTE\AppData\Local\Microsoft\Windows\Temporary Internet Files\Content.IE5\3SJ3XRI2\MC90037041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836712"/>
            <a:ext cx="1335938" cy="18150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/>
          <a:lstStyle/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Signor, prendi la mia vita,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Prima che l’attesa consumi gli anni miei.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Io son attento a </a:t>
            </a: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cio’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 che chiedi,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Qualunque cosa sia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Tu chiamami a servir</a:t>
            </a:r>
            <a:r>
              <a:rPr lang="it-IT" dirty="0" smtClean="0">
                <a:solidFill>
                  <a:schemeClr val="accent2"/>
                </a:solidFill>
              </a:rPr>
              <a:t>.</a:t>
            </a:r>
            <a:endParaRPr lang="it-IT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Portami </a:t>
            </a: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la’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 dove all’uomo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Manchino le tue parole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E la voglia di vivere con te.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Dove manchi la speranza,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Dove manchi l’allegria,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Solamente </a:t>
            </a: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perche’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 non san di te.</a:t>
            </a:r>
            <a:endParaRPr lang="it-IT" sz="5400" dirty="0">
              <a:solidFill>
                <a:schemeClr val="accent2"/>
              </a:solidFill>
              <a:latin typeface="Gill Sans Ultra Bold Condense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Autofit/>
          </a:bodyPr>
          <a:lstStyle/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Ti do, il mio cuor sincero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Per dire con coraggio, quanto e’ bello il tuo amor.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Signor, ho un cuore missionario,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Conducimi alla terra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Che si disseti in te.</a:t>
            </a:r>
            <a:endParaRPr lang="it-IT" sz="5400" dirty="0">
              <a:solidFill>
                <a:schemeClr val="accent2"/>
              </a:solidFill>
              <a:latin typeface="Gill Sans Ultra Bold Condense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/>
          <a:lstStyle/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Portami </a:t>
            </a: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la’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 dove all’uomo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Manchino le tue parole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E la voglia di vivere con te.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Dove manchi la speranza,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Dove manchi l’allegria,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Solamente </a:t>
            </a: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perche’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 non san di te.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/>
          <a:lstStyle/>
          <a:p>
            <a:pPr>
              <a:buNone/>
            </a:pP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Cosi’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, io </a:t>
            </a: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portero’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 il mio canto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A tutti predicando, la tua </a:t>
            </a: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immensita’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.</a:t>
            </a:r>
          </a:p>
          <a:p>
            <a:pPr>
              <a:buNone/>
            </a:pPr>
            <a:r>
              <a:rPr lang="it-IT" sz="54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Saro’</a:t>
            </a: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, servo senza sosta,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Il tuo predicatore,</a:t>
            </a:r>
          </a:p>
          <a:p>
            <a:pPr>
              <a:buNone/>
            </a:pPr>
            <a:r>
              <a:rPr lang="it-IT" sz="5400" dirty="0" smtClean="0">
                <a:solidFill>
                  <a:schemeClr val="accent2"/>
                </a:solidFill>
                <a:latin typeface="Gill Sans Ultra Bold Condensed" pitchFamily="34" charset="0"/>
              </a:rPr>
              <a:t>La forza del tuo amor.	</a:t>
            </a:r>
            <a:r>
              <a:rPr lang="it-IT" dirty="0" smtClean="0">
                <a:solidFill>
                  <a:schemeClr val="accent2"/>
                </a:solidFill>
                <a:latin typeface="Gill Sans Ultra Bold Condensed" pitchFamily="34" charset="0"/>
              </a:rPr>
              <a:t>		</a:t>
            </a:r>
            <a:endParaRPr lang="it-IT" dirty="0">
              <a:solidFill>
                <a:schemeClr val="accent2"/>
              </a:solidFill>
              <a:latin typeface="Gill Sans Ultra Bold Condense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3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Portami </a:t>
            </a:r>
            <a:r>
              <a:rPr lang="it-IT" sz="48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la’</a:t>
            </a: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 dove all’uomo</a:t>
            </a:r>
          </a:p>
          <a:p>
            <a:pPr>
              <a:buNone/>
            </a:pP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Manchino le tue parole</a:t>
            </a:r>
          </a:p>
          <a:p>
            <a:pPr>
              <a:buNone/>
            </a:pP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E la voglia di vivere con te.</a:t>
            </a:r>
          </a:p>
          <a:p>
            <a:pPr>
              <a:buNone/>
            </a:pP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Dove manchi la speranza,</a:t>
            </a:r>
          </a:p>
          <a:p>
            <a:pPr>
              <a:buNone/>
            </a:pP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Dove manchi l’allegria,</a:t>
            </a:r>
          </a:p>
          <a:p>
            <a:pPr>
              <a:buNone/>
            </a:pP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Solamente </a:t>
            </a:r>
            <a:r>
              <a:rPr lang="it-IT" sz="4800" dirty="0" err="1" smtClean="0">
                <a:solidFill>
                  <a:schemeClr val="accent2"/>
                </a:solidFill>
                <a:latin typeface="Gill Sans Ultra Bold Condensed" pitchFamily="34" charset="0"/>
              </a:rPr>
              <a:t>perche’</a:t>
            </a: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 non san di te.</a:t>
            </a:r>
          </a:p>
          <a:p>
            <a:pPr>
              <a:buNone/>
            </a:pP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(X2)</a:t>
            </a:r>
          </a:p>
          <a:p>
            <a:pPr>
              <a:buNone/>
            </a:pPr>
            <a:r>
              <a:rPr lang="it-IT" sz="4800" dirty="0" smtClean="0">
                <a:solidFill>
                  <a:schemeClr val="accent2"/>
                </a:solidFill>
                <a:latin typeface="Gill Sans Ultra Bold Condensed" pitchFamily="34" charset="0"/>
              </a:rPr>
              <a:t>Solamente perché non san di te.</a:t>
            </a:r>
            <a:endParaRPr lang="it-IT" sz="4800" dirty="0" smtClean="0">
              <a:solidFill>
                <a:schemeClr val="accent2"/>
              </a:solidFill>
              <a:latin typeface="Gill Sans Ultra Bold Condensed" pitchFamily="34" charset="0"/>
            </a:endParaRPr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215</Words>
  <Application>Microsoft Office PowerPoint</Application>
  <PresentationFormat>Presentazione su schermo (4:3)</PresentationFormat>
  <Paragraphs>36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Inno del missionario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 del missionario</dc:title>
  <dc:creator>UTENTE</dc:creator>
  <cp:lastModifiedBy>UTENTE</cp:lastModifiedBy>
  <cp:revision>14</cp:revision>
  <dcterms:created xsi:type="dcterms:W3CDTF">2012-07-20T17:32:56Z</dcterms:created>
  <dcterms:modified xsi:type="dcterms:W3CDTF">2012-07-20T19:45:09Z</dcterms:modified>
</cp:coreProperties>
</file>