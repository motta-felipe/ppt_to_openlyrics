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</p:sldIdLst>
  <p:sldSz cx="9144000" cy="6858000" type="screen4x3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69" d="100"/>
          <a:sy n="69" d="100"/>
        </p:scale>
        <p:origin x="-546" y="-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 smtClean="0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94131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6040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99481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304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54765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03612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35725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1462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 smtClean="0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16231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9927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0392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mtClean="0"/>
              <a:t>Fare clic per modificare lo stile del titolo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smtClean="0"/>
              <a:t>Fare clic per modificare stili del testo dello schema</a:t>
            </a:r>
          </a:p>
          <a:p>
            <a:pPr lvl="1"/>
            <a:r>
              <a:rPr lang="it-IT" smtClean="0"/>
              <a:t>Secondo livello</a:t>
            </a:r>
          </a:p>
          <a:p>
            <a:pPr lvl="2"/>
            <a:r>
              <a:rPr lang="it-IT" smtClean="0"/>
              <a:t>Terzo livello</a:t>
            </a:r>
          </a:p>
          <a:p>
            <a:pPr lvl="3"/>
            <a:r>
              <a:rPr lang="it-IT" smtClean="0"/>
              <a:t>Quarto livello</a:t>
            </a:r>
          </a:p>
          <a:p>
            <a:pPr lvl="4"/>
            <a:r>
              <a:rPr lang="it-IT" smtClean="0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2A7F0-C489-4EB0-8BC7-2D4F88CEE81F}" type="datetimeFigureOut">
              <a:rPr lang="it-IT" smtClean="0"/>
              <a:t>15/02/2013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1BA9E-0FAC-401A-B23C-9CEF8C71152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38180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827584" y="3573016"/>
            <a:ext cx="8204448" cy="3096344"/>
          </a:xfrm>
        </p:spPr>
        <p:txBody>
          <a:bodyPr>
            <a:noAutofit/>
          </a:bodyPr>
          <a:lstStyle/>
          <a:p>
            <a:r>
              <a:rPr lang="it-IT" sz="7200" b="1" dirty="0" smtClean="0">
                <a:ln w="76200">
                  <a:solidFill>
                    <a:srgbClr val="7030A0"/>
                  </a:solidFill>
                </a:ln>
                <a:solidFill>
                  <a:srgbClr val="7030A0"/>
                </a:solidFill>
              </a:rPr>
              <a:t>LA CANZONE DELLA FELICITA’</a:t>
            </a:r>
            <a:endParaRPr lang="it-IT" sz="7200" b="1" dirty="0">
              <a:ln w="76200">
                <a:solidFill>
                  <a:srgbClr val="7030A0"/>
                </a:solidFill>
              </a:ln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268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5" y="4116850"/>
            <a:ext cx="3700601" cy="2741150"/>
          </a:xfrm>
          <a:prstGeom prst="rect">
            <a:avLst/>
          </a:prstGeom>
          <a:effectLst>
            <a:glow rad="939800">
              <a:schemeClr val="accent4">
                <a:satMod val="175000"/>
                <a:alpha val="40000"/>
              </a:schemeClr>
            </a:glow>
            <a:softEdge rad="12700"/>
          </a:effectLst>
          <a:scene3d>
            <a:camera prst="perspectiveLeft"/>
            <a:lightRig rig="threePt" dir="t"/>
          </a:scene3d>
          <a:sp3d>
            <a:bevelT prst="angle"/>
          </a:sp3d>
        </p:spPr>
      </p:pic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Se sei triste, ti manca l’allegria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Scaccia fuori la malinconia…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Vieni con me, ti insegnerò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LA CANZONE DELLA FELICITA’!!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BOM </a:t>
            </a:r>
          </a:p>
          <a:p>
            <a:pPr marL="0" indent="0">
              <a:buNone/>
            </a:pPr>
            <a:r>
              <a:rPr lang="it-IT" sz="4800" b="1" dirty="0">
                <a:solidFill>
                  <a:srgbClr val="7030A0"/>
                </a:solidFill>
                <a:latin typeface="Century Gothic" pitchFamily="34" charset="0"/>
              </a:rPr>
              <a:t> </a:t>
            </a: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         BOM    </a:t>
            </a:r>
          </a:p>
          <a:p>
            <a:pPr marL="0" indent="0">
              <a:buNone/>
            </a:pPr>
            <a:r>
              <a:rPr lang="it-IT" sz="4800" b="1" dirty="0">
                <a:solidFill>
                  <a:srgbClr val="7030A0"/>
                </a:solidFill>
                <a:latin typeface="Century Gothic" pitchFamily="34" charset="0"/>
              </a:rPr>
              <a:t> </a:t>
            </a: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                    BOM </a:t>
            </a:r>
          </a:p>
        </p:txBody>
      </p:sp>
    </p:spTree>
    <p:extLst>
      <p:ext uri="{BB962C8B-B14F-4D97-AF65-F5344CB8AC3E}">
        <p14:creationId xmlns:p14="http://schemas.microsoft.com/office/powerpoint/2010/main" val="2847496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-35318" y="27740"/>
            <a:ext cx="9179318" cy="683026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Batti le ali, muovi le antenne 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Dammi le tue zampine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Vola di qua e vola di là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LA CANZONE DELLA FELICITA’!!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                    BOM</a:t>
            </a:r>
            <a:endParaRPr lang="it-IT" sz="4800" b="1" dirty="0" smtClean="0">
              <a:solidFill>
                <a:srgbClr val="7030A0"/>
              </a:solidFill>
              <a:latin typeface="Century Gothic" pitchFamily="34" charset="0"/>
            </a:endParaRPr>
          </a:p>
          <a:p>
            <a:pPr marL="0" indent="0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</a:t>
            </a: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BOM                               </a:t>
            </a:r>
            <a:r>
              <a:rPr lang="it-IT" sz="4800" b="1" dirty="0" err="1" smtClean="0">
                <a:solidFill>
                  <a:srgbClr val="7030A0"/>
                </a:solidFill>
                <a:latin typeface="Century Gothic" pitchFamily="34" charset="0"/>
              </a:rPr>
              <a:t>BOM</a:t>
            </a:r>
            <a:endParaRPr lang="it-IT" sz="4800" b="1" dirty="0" smtClean="0">
              <a:solidFill>
                <a:srgbClr val="7030A0"/>
              </a:solidFill>
              <a:latin typeface="Century Gothic" pitchFamily="34" charset="0"/>
            </a:endParaRPr>
          </a:p>
          <a:p>
            <a:pPr marL="0" indent="0">
              <a:buNone/>
            </a:pPr>
            <a:endParaRPr lang="it-IT" sz="4800" b="1" dirty="0" smtClean="0">
              <a:solidFill>
                <a:srgbClr val="7030A0"/>
              </a:solidFill>
              <a:latin typeface="Century Gothic" pitchFamily="34" charset="0"/>
            </a:endParaRPr>
          </a:p>
          <a:p>
            <a:pPr marL="0" indent="0">
              <a:buNone/>
            </a:pPr>
            <a:r>
              <a:rPr lang="it-IT" sz="4800" b="1" dirty="0">
                <a:solidFill>
                  <a:srgbClr val="7030A0"/>
                </a:solidFill>
                <a:latin typeface="Century Gothic" pitchFamily="34" charset="0"/>
              </a:rPr>
              <a:t> </a:t>
            </a: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                                 </a:t>
            </a:r>
            <a:endParaRPr lang="it-IT" sz="4800" b="1" dirty="0">
              <a:solidFill>
                <a:srgbClr val="7030A0"/>
              </a:solidFill>
              <a:latin typeface="Century Gothic" pitchFamily="34" charset="0"/>
            </a:endParaRPr>
          </a:p>
        </p:txBody>
      </p:sp>
      <p:pic>
        <p:nvPicPr>
          <p:cNvPr id="5" name="Immagin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32" y="4863590"/>
            <a:ext cx="2692489" cy="1994410"/>
          </a:xfrm>
          <a:prstGeom prst="rect">
            <a:avLst/>
          </a:prstGeom>
          <a:effectLst>
            <a:glow rad="939800">
              <a:schemeClr val="accent4">
                <a:satMod val="175000"/>
                <a:alpha val="40000"/>
              </a:schemeClr>
            </a:glow>
            <a:softEdge rad="12700"/>
          </a:effectLst>
          <a:scene3d>
            <a:camera prst="perspectiveLef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2373651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Se sei triste, ti manca l’allegria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Scaccia fuori la malinconia…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Vieni con me, ti insegnerò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La CANZONE DELLA FELICITA’!!</a:t>
            </a:r>
          </a:p>
          <a:p>
            <a:pPr marL="0" indent="0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BOM  </a:t>
            </a:r>
          </a:p>
          <a:p>
            <a:pPr marL="0" indent="0">
              <a:buNone/>
            </a:pPr>
            <a:r>
              <a:rPr lang="it-IT" sz="4800" b="1" dirty="0">
                <a:solidFill>
                  <a:srgbClr val="7030A0"/>
                </a:solidFill>
                <a:latin typeface="Century Gothic" pitchFamily="34" charset="0"/>
              </a:rPr>
              <a:t> </a:t>
            </a: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        BOM </a:t>
            </a:r>
          </a:p>
          <a:p>
            <a:pPr marL="0" indent="0">
              <a:buNone/>
            </a:pPr>
            <a:r>
              <a:rPr lang="it-IT" sz="4800" b="1" dirty="0">
                <a:solidFill>
                  <a:srgbClr val="7030A0"/>
                </a:solidFill>
                <a:latin typeface="Century Gothic" pitchFamily="34" charset="0"/>
              </a:rPr>
              <a:t> </a:t>
            </a: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                      BOM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5" y="4116850"/>
            <a:ext cx="3700601" cy="2741150"/>
          </a:xfrm>
          <a:prstGeom prst="rect">
            <a:avLst/>
          </a:prstGeom>
          <a:effectLst>
            <a:glow rad="939800">
              <a:schemeClr val="accent4">
                <a:satMod val="175000"/>
                <a:alpha val="40000"/>
              </a:schemeClr>
            </a:glow>
            <a:softEdge rad="12700"/>
          </a:effectLst>
          <a:scene3d>
            <a:camera prst="perspectiveLef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712054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Batti le ali, muovi le antenne 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Dammi le tue zampine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Vola di qua e vola di là</a:t>
            </a:r>
          </a:p>
          <a:p>
            <a:pPr marL="0" indent="0" algn="ctr">
              <a:buNone/>
            </a:pPr>
            <a:r>
              <a:rPr lang="it-IT" sz="4800" b="1" dirty="0" smtClean="0">
                <a:solidFill>
                  <a:srgbClr val="7030A0"/>
                </a:solidFill>
                <a:latin typeface="Century Gothic" pitchFamily="34" charset="0"/>
              </a:rPr>
              <a:t>LA CANZONE DELLA FELICITA’!!</a:t>
            </a:r>
          </a:p>
          <a:p>
            <a:pPr marL="0" indent="0">
              <a:buNone/>
            </a:pPr>
            <a:r>
              <a:rPr lang="it-IT" sz="4400" b="1" dirty="0" smtClean="0">
                <a:solidFill>
                  <a:srgbClr val="7030A0"/>
                </a:solidFill>
                <a:latin typeface="Century Gothic" pitchFamily="34" charset="0"/>
              </a:rPr>
              <a:t>                        </a:t>
            </a:r>
            <a:r>
              <a:rPr lang="it-IT" sz="4400" b="1" dirty="0" smtClean="0">
                <a:solidFill>
                  <a:srgbClr val="7030A0"/>
                </a:solidFill>
                <a:latin typeface="Century Gothic" pitchFamily="34" charset="0"/>
              </a:rPr>
              <a:t> BOM</a:t>
            </a:r>
          </a:p>
          <a:p>
            <a:pPr marL="0" indent="0">
              <a:buNone/>
            </a:pPr>
            <a:r>
              <a:rPr lang="it-IT" sz="4400" b="1" dirty="0" smtClean="0">
                <a:solidFill>
                  <a:srgbClr val="7030A0"/>
                </a:solidFill>
                <a:latin typeface="Century Gothic" pitchFamily="34" charset="0"/>
              </a:rPr>
              <a:t> BOM                                  </a:t>
            </a:r>
            <a:r>
              <a:rPr lang="it-IT" sz="4400" b="1" dirty="0" err="1" smtClean="0">
                <a:solidFill>
                  <a:srgbClr val="7030A0"/>
                </a:solidFill>
                <a:latin typeface="Century Gothic" pitchFamily="34" charset="0"/>
              </a:rPr>
              <a:t>BOM</a:t>
            </a:r>
            <a:endParaRPr lang="it-IT" sz="4400" b="1" dirty="0">
              <a:solidFill>
                <a:srgbClr val="7030A0"/>
              </a:solidFill>
              <a:latin typeface="Century Gothic" pitchFamily="34" charset="0"/>
            </a:endParaRP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4782930"/>
            <a:ext cx="2764497" cy="2047749"/>
          </a:xfrm>
          <a:prstGeom prst="rect">
            <a:avLst/>
          </a:prstGeom>
          <a:effectLst>
            <a:glow rad="939800">
              <a:schemeClr val="accent4">
                <a:satMod val="175000"/>
                <a:alpha val="40000"/>
              </a:schemeClr>
            </a:glow>
            <a:softEdge rad="12700"/>
          </a:effectLst>
          <a:scene3d>
            <a:camera prst="perspectiveLef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2098632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14:flythroug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" decel="100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" decel="100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120</Words>
  <Application>Microsoft Office PowerPoint</Application>
  <PresentationFormat>Presentazione su schermo (4:3)</PresentationFormat>
  <Paragraphs>29</Paragraphs>
  <Slides>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6" baseType="lpstr">
      <vt:lpstr>Tema di Office</vt:lpstr>
      <vt:lpstr>LA CANZONE DELLA FELICITA’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CANZONE DELLA FELICITA’</dc:title>
  <dc:creator>CHIESA_MERATE_</dc:creator>
  <cp:lastModifiedBy>CHIESA_MERATE_</cp:lastModifiedBy>
  <cp:revision>3</cp:revision>
  <dcterms:created xsi:type="dcterms:W3CDTF">2013-02-16T09:17:43Z</dcterms:created>
  <dcterms:modified xsi:type="dcterms:W3CDTF">2013-02-16T10:10:52Z</dcterms:modified>
</cp:coreProperties>
</file>