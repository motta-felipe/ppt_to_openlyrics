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4" r:id="rId4"/>
    <p:sldId id="259" r:id="rId5"/>
    <p:sldId id="260" r:id="rId6"/>
    <p:sldId id="262" r:id="rId7"/>
    <p:sldId id="261" r:id="rId8"/>
    <p:sldId id="263" r:id="rId9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FA8C5-35DD-4387-A3A9-F46E16B07EC2}" type="datetimeFigureOut">
              <a:rPr lang="it-IT" smtClean="0"/>
              <a:t>16/11/2013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ECB89-14A8-4B3F-9AF5-F7E1F11CCF6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3015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FA8C5-35DD-4387-A3A9-F46E16B07EC2}" type="datetimeFigureOut">
              <a:rPr lang="it-IT" smtClean="0"/>
              <a:t>16/11/2013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ECB89-14A8-4B3F-9AF5-F7E1F11CCF6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1032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FA8C5-35DD-4387-A3A9-F46E16B07EC2}" type="datetimeFigureOut">
              <a:rPr lang="it-IT" smtClean="0"/>
              <a:t>16/11/2013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ECB89-14A8-4B3F-9AF5-F7E1F11CCF6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69845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FA8C5-35DD-4387-A3A9-F46E16B07EC2}" type="datetimeFigureOut">
              <a:rPr lang="it-IT" smtClean="0"/>
              <a:t>16/11/2013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ECB89-14A8-4B3F-9AF5-F7E1F11CCF6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8417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FA8C5-35DD-4387-A3A9-F46E16B07EC2}" type="datetimeFigureOut">
              <a:rPr lang="it-IT" smtClean="0"/>
              <a:t>16/11/2013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ECB89-14A8-4B3F-9AF5-F7E1F11CCF6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96212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FA8C5-35DD-4387-A3A9-F46E16B07EC2}" type="datetimeFigureOut">
              <a:rPr lang="it-IT" smtClean="0"/>
              <a:t>16/11/2013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ECB89-14A8-4B3F-9AF5-F7E1F11CCF6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60379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FA8C5-35DD-4387-A3A9-F46E16B07EC2}" type="datetimeFigureOut">
              <a:rPr lang="it-IT" smtClean="0"/>
              <a:t>16/11/2013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ECB89-14A8-4B3F-9AF5-F7E1F11CCF6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87341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FA8C5-35DD-4387-A3A9-F46E16B07EC2}" type="datetimeFigureOut">
              <a:rPr lang="it-IT" smtClean="0"/>
              <a:t>16/11/2013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ECB89-14A8-4B3F-9AF5-F7E1F11CCF6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0403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FA8C5-35DD-4387-A3A9-F46E16B07EC2}" type="datetimeFigureOut">
              <a:rPr lang="it-IT" smtClean="0"/>
              <a:t>16/11/2013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ECB89-14A8-4B3F-9AF5-F7E1F11CCF6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05564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FA8C5-35DD-4387-A3A9-F46E16B07EC2}" type="datetimeFigureOut">
              <a:rPr lang="it-IT" smtClean="0"/>
              <a:t>16/11/2013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ECB89-14A8-4B3F-9AF5-F7E1F11CCF6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2045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FA8C5-35DD-4387-A3A9-F46E16B07EC2}" type="datetimeFigureOut">
              <a:rPr lang="it-IT" smtClean="0"/>
              <a:t>16/11/2013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ECB89-14A8-4B3F-9AF5-F7E1F11CCF6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9760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FA8C5-35DD-4387-A3A9-F46E16B07EC2}" type="datetimeFigureOut">
              <a:rPr lang="it-IT" smtClean="0"/>
              <a:t>16/11/2013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8ECB89-14A8-4B3F-9AF5-F7E1F11CCF6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04043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800">
              <a:srgbClr val="FF0000"/>
            </a:gs>
            <a:gs pos="0">
              <a:srgbClr val="92D050"/>
            </a:gs>
            <a:gs pos="100000">
              <a:srgbClr val="FFFF0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it-IT" sz="6000" dirty="0" smtClean="0">
                <a:latin typeface="AR ESSENCE" pitchFamily="2" charset="0"/>
              </a:rPr>
              <a:t>PUNTA IN ALTO</a:t>
            </a:r>
            <a:endParaRPr lang="it-IT" sz="6000" dirty="0">
              <a:latin typeface="AR ESSENC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39763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800">
              <a:srgbClr val="FF0000"/>
            </a:gs>
            <a:gs pos="0">
              <a:srgbClr val="92D050"/>
            </a:gs>
            <a:gs pos="100000">
              <a:srgbClr val="FFFF0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95536" y="44624"/>
            <a:ext cx="8352928" cy="640871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4500" dirty="0" smtClean="0">
                <a:latin typeface="AR ESSENCE" pitchFamily="2" charset="0"/>
              </a:rPr>
              <a:t>Sento la fatica del cammino in salita ed ho paura di perdermi…</a:t>
            </a:r>
          </a:p>
          <a:p>
            <a:pPr marL="0" indent="0" algn="ctr">
              <a:buNone/>
            </a:pPr>
            <a:r>
              <a:rPr lang="it-IT" sz="4500" dirty="0" smtClean="0">
                <a:latin typeface="AR ESSENCE" pitchFamily="2" charset="0"/>
              </a:rPr>
              <a:t>Se guardando avanti la tua strada è smarrita,</a:t>
            </a:r>
          </a:p>
          <a:p>
            <a:pPr marL="0" indent="0" algn="ctr">
              <a:buNone/>
            </a:pPr>
            <a:r>
              <a:rPr lang="it-IT" sz="4500" dirty="0" smtClean="0">
                <a:latin typeface="AR ESSENCE" pitchFamily="2" charset="0"/>
              </a:rPr>
              <a:t>Non ti devi abbattere mai, proprio mai.</a:t>
            </a:r>
          </a:p>
          <a:p>
            <a:pPr marL="0" indent="0" algn="ctr">
              <a:buNone/>
            </a:pPr>
            <a:r>
              <a:rPr lang="it-IT" sz="4500" dirty="0" smtClean="0">
                <a:latin typeface="AR ESSENCE" pitchFamily="2" charset="0"/>
              </a:rPr>
              <a:t>Scegli con saggezza il sentiero migliore</a:t>
            </a:r>
          </a:p>
          <a:p>
            <a:pPr marL="0" indent="0" algn="ctr">
              <a:buNone/>
            </a:pPr>
            <a:r>
              <a:rPr lang="it-IT" sz="4500" dirty="0" smtClean="0">
                <a:latin typeface="AR ESSENCE" pitchFamily="2" charset="0"/>
              </a:rPr>
              <a:t>Sempre ascoltando la parola Sua</a:t>
            </a:r>
            <a:r>
              <a:rPr lang="it-IT" sz="4500" dirty="0" smtClean="0">
                <a:latin typeface="AR ESSENCE" pitchFamily="2" charset="0"/>
              </a:rPr>
              <a:t>…</a:t>
            </a:r>
            <a:endParaRPr lang="it-IT" sz="4500" dirty="0" smtClean="0">
              <a:latin typeface="AR ESSENC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34869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800">
              <a:srgbClr val="FF0000"/>
            </a:gs>
            <a:gs pos="0">
              <a:srgbClr val="92D050"/>
            </a:gs>
            <a:gs pos="100000">
              <a:srgbClr val="FFFF0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95536" y="188640"/>
            <a:ext cx="8352928" cy="640871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5400" dirty="0" smtClean="0">
                <a:latin typeface="AR ESSENCE" pitchFamily="2" charset="0"/>
              </a:rPr>
              <a:t>Quando </a:t>
            </a:r>
            <a:r>
              <a:rPr lang="it-IT" sz="5400" dirty="0" smtClean="0">
                <a:latin typeface="AR ESSENCE" pitchFamily="2" charset="0"/>
              </a:rPr>
              <a:t>tanta nebbia coprirà il tuo obiettivo,</a:t>
            </a:r>
          </a:p>
          <a:p>
            <a:pPr marL="0" indent="0" algn="ctr">
              <a:buNone/>
            </a:pPr>
            <a:r>
              <a:rPr lang="it-IT" sz="5400" dirty="0" smtClean="0">
                <a:latin typeface="AR ESSENCE" pitchFamily="2" charset="0"/>
              </a:rPr>
              <a:t>Non ti preoccupare </a:t>
            </a:r>
            <a:r>
              <a:rPr lang="it-IT" sz="5400" dirty="0" err="1" smtClean="0">
                <a:latin typeface="AR ESSENCE" pitchFamily="2" charset="0"/>
              </a:rPr>
              <a:t>perchè</a:t>
            </a:r>
            <a:r>
              <a:rPr lang="it-IT" sz="5400" dirty="0" smtClean="0">
                <a:latin typeface="AR ESSENCE" pitchFamily="2" charset="0"/>
              </a:rPr>
              <a:t>… </a:t>
            </a:r>
          </a:p>
          <a:p>
            <a:pPr marL="0" indent="0" algn="ctr">
              <a:buNone/>
            </a:pPr>
            <a:r>
              <a:rPr lang="it-IT" sz="5400" dirty="0" smtClean="0">
                <a:latin typeface="AR ESSENCE" pitchFamily="2" charset="0"/>
              </a:rPr>
              <a:t>CON L’AISA BASTA POCO LO SAI!!</a:t>
            </a:r>
          </a:p>
          <a:p>
            <a:pPr marL="0" indent="0" algn="ctr">
              <a:buNone/>
            </a:pPr>
            <a:r>
              <a:rPr lang="it-IT" sz="5400" dirty="0" smtClean="0">
                <a:latin typeface="AR ESSENCE" pitchFamily="2" charset="0"/>
              </a:rPr>
              <a:t>Metti lo zaino in spalla e canta con noi…</a:t>
            </a:r>
            <a:endParaRPr lang="it-IT" sz="5400" dirty="0">
              <a:latin typeface="AR ESSENC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363081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800">
              <a:srgbClr val="FF0000"/>
            </a:gs>
            <a:gs pos="0">
              <a:srgbClr val="92D050"/>
            </a:gs>
            <a:gs pos="100000">
              <a:srgbClr val="FFFF0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404664"/>
            <a:ext cx="8219256" cy="572149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4000" dirty="0" smtClean="0">
                <a:latin typeface="AR ESSENCE" pitchFamily="2" charset="0"/>
              </a:rPr>
              <a:t>Fai un passo dopo l’altro, prendiamoci per mano,</a:t>
            </a:r>
          </a:p>
          <a:p>
            <a:pPr marL="0" indent="0" algn="ctr">
              <a:buNone/>
            </a:pPr>
            <a:r>
              <a:rPr lang="it-IT" sz="4000" dirty="0" smtClean="0">
                <a:latin typeface="AR ESSENCE" pitchFamily="2" charset="0"/>
              </a:rPr>
              <a:t>La vetta è più vicina, perché Tu sei con me!</a:t>
            </a:r>
            <a:br>
              <a:rPr lang="it-IT" sz="4000" dirty="0" smtClean="0">
                <a:latin typeface="AR ESSENCE" pitchFamily="2" charset="0"/>
              </a:rPr>
            </a:br>
            <a:r>
              <a:rPr lang="it-IT" sz="4000" dirty="0" smtClean="0">
                <a:latin typeface="AR ESSENCE" pitchFamily="2" charset="0"/>
              </a:rPr>
              <a:t>Segui sempre la Sua strada che adesso si va</a:t>
            </a:r>
          </a:p>
          <a:p>
            <a:pPr marL="0" indent="0" algn="ctr">
              <a:buNone/>
            </a:pPr>
            <a:r>
              <a:rPr lang="it-IT" sz="4000" dirty="0" smtClean="0">
                <a:latin typeface="AR ESSENCE" pitchFamily="2" charset="0"/>
              </a:rPr>
              <a:t>Coraggio punta in alto è la tua libertà</a:t>
            </a:r>
          </a:p>
          <a:p>
            <a:pPr marL="0" indent="0" algn="ctr">
              <a:buNone/>
            </a:pPr>
            <a:r>
              <a:rPr lang="it-IT" sz="4000" dirty="0" err="1" smtClean="0">
                <a:latin typeface="AR ESSENCE" pitchFamily="2" charset="0"/>
              </a:rPr>
              <a:t>Ohohohohohohohoh</a:t>
            </a:r>
            <a:r>
              <a:rPr lang="it-IT" sz="4000" dirty="0" smtClean="0">
                <a:latin typeface="AR ESSENCE" pitchFamily="2" charset="0"/>
              </a:rPr>
              <a:t>…</a:t>
            </a:r>
          </a:p>
          <a:p>
            <a:pPr marL="0" indent="0" algn="ctr">
              <a:buNone/>
            </a:pPr>
            <a:r>
              <a:rPr lang="it-IT" sz="4000" dirty="0" err="1" smtClean="0">
                <a:latin typeface="AR ESSENCE" pitchFamily="2" charset="0"/>
              </a:rPr>
              <a:t>Ohohohohohohohoh</a:t>
            </a:r>
            <a:r>
              <a:rPr lang="it-IT" sz="4000" dirty="0" smtClean="0">
                <a:latin typeface="AR ESSENCE" pitchFamily="2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9977898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800">
              <a:srgbClr val="FF0000"/>
            </a:gs>
            <a:gs pos="0">
              <a:srgbClr val="92D050"/>
            </a:gs>
            <a:gs pos="100000">
              <a:srgbClr val="FFFF0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476672"/>
            <a:ext cx="828092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4400" dirty="0" smtClean="0">
                <a:latin typeface="AR ESSENCE" pitchFamily="2" charset="0"/>
              </a:rPr>
              <a:t>Dopo tanta strada fermati e prendi fiato…</a:t>
            </a:r>
          </a:p>
          <a:p>
            <a:pPr marL="0" indent="0" algn="ctr">
              <a:buNone/>
            </a:pPr>
            <a:r>
              <a:rPr lang="it-IT" sz="4400" dirty="0" smtClean="0">
                <a:latin typeface="AR ESSENCE" pitchFamily="2" charset="0"/>
              </a:rPr>
              <a:t>E la natura ti avvolgerà!</a:t>
            </a:r>
            <a:br>
              <a:rPr lang="it-IT" sz="4400" dirty="0" smtClean="0">
                <a:latin typeface="AR ESSENCE" pitchFamily="2" charset="0"/>
              </a:rPr>
            </a:br>
            <a:r>
              <a:rPr lang="it-IT" sz="4400" dirty="0" smtClean="0">
                <a:latin typeface="AR ESSENCE" pitchFamily="2" charset="0"/>
              </a:rPr>
              <a:t>Arrivato in cima troverai un nuovo mondo…</a:t>
            </a:r>
          </a:p>
          <a:p>
            <a:pPr marL="0" indent="0" algn="ctr">
              <a:buNone/>
            </a:pPr>
            <a:r>
              <a:rPr lang="it-IT" sz="4400" dirty="0" smtClean="0">
                <a:latin typeface="AR ESSENCE" pitchFamily="2" charset="0"/>
              </a:rPr>
              <a:t>E a tutti racconterai…</a:t>
            </a:r>
          </a:p>
          <a:p>
            <a:pPr marL="0" indent="0" algn="ctr">
              <a:buNone/>
            </a:pPr>
            <a:r>
              <a:rPr lang="it-IT" sz="4400" dirty="0" smtClean="0">
                <a:latin typeface="AR ESSENCE" pitchFamily="2" charset="0"/>
              </a:rPr>
              <a:t>Che dalla vetta meglio scoprirai, </a:t>
            </a:r>
          </a:p>
          <a:p>
            <a:pPr marL="0" indent="0" algn="ctr">
              <a:buNone/>
            </a:pPr>
            <a:r>
              <a:rPr lang="it-IT" sz="4400" dirty="0" smtClean="0">
                <a:latin typeface="AR ESSENCE" pitchFamily="2" charset="0"/>
              </a:rPr>
              <a:t>È la tua fede la tua meta oramai!!</a:t>
            </a:r>
            <a:endParaRPr lang="it-IT" sz="4400" dirty="0">
              <a:latin typeface="AR ESSENC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658738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800">
              <a:srgbClr val="FF0000"/>
            </a:gs>
            <a:gs pos="0">
              <a:srgbClr val="92D050"/>
            </a:gs>
            <a:gs pos="100000">
              <a:srgbClr val="FFFF0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404664"/>
            <a:ext cx="8219256" cy="572149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4000" dirty="0" smtClean="0">
                <a:latin typeface="AR ESSENCE" pitchFamily="2" charset="0"/>
              </a:rPr>
              <a:t>Fai un passo dopo l’altro, prendiamoci per mano,</a:t>
            </a:r>
          </a:p>
          <a:p>
            <a:pPr marL="0" indent="0" algn="ctr">
              <a:buNone/>
            </a:pPr>
            <a:r>
              <a:rPr lang="it-IT" sz="4000" dirty="0" smtClean="0">
                <a:latin typeface="AR ESSENCE" pitchFamily="2" charset="0"/>
              </a:rPr>
              <a:t>La vetta è più vicina, perché Tu sei con me!</a:t>
            </a:r>
            <a:br>
              <a:rPr lang="it-IT" sz="4000" dirty="0" smtClean="0">
                <a:latin typeface="AR ESSENCE" pitchFamily="2" charset="0"/>
              </a:rPr>
            </a:br>
            <a:r>
              <a:rPr lang="it-IT" sz="4000" dirty="0" smtClean="0">
                <a:latin typeface="AR ESSENCE" pitchFamily="2" charset="0"/>
              </a:rPr>
              <a:t>Segui sempre la Sua strada che adesso si va</a:t>
            </a:r>
          </a:p>
          <a:p>
            <a:pPr marL="0" indent="0" algn="ctr">
              <a:buNone/>
            </a:pPr>
            <a:r>
              <a:rPr lang="it-IT" sz="4000" dirty="0" smtClean="0">
                <a:latin typeface="AR ESSENCE" pitchFamily="2" charset="0"/>
              </a:rPr>
              <a:t>Coraggio punta in alto è la tua libertà</a:t>
            </a:r>
          </a:p>
          <a:p>
            <a:pPr marL="0" indent="0" algn="ctr">
              <a:buNone/>
            </a:pPr>
            <a:r>
              <a:rPr lang="it-IT" sz="4000" dirty="0" err="1" smtClean="0">
                <a:latin typeface="AR ESSENCE" pitchFamily="2" charset="0"/>
              </a:rPr>
              <a:t>Ohohohohohohohoh</a:t>
            </a:r>
            <a:r>
              <a:rPr lang="it-IT" sz="4000" dirty="0" smtClean="0">
                <a:latin typeface="AR ESSENCE" pitchFamily="2" charset="0"/>
              </a:rPr>
              <a:t>…</a:t>
            </a:r>
          </a:p>
          <a:p>
            <a:pPr marL="0" indent="0" algn="ctr">
              <a:buNone/>
            </a:pPr>
            <a:r>
              <a:rPr lang="it-IT" sz="4000" dirty="0" err="1" smtClean="0">
                <a:latin typeface="AR ESSENCE" pitchFamily="2" charset="0"/>
              </a:rPr>
              <a:t>Ohohohohohohohoh</a:t>
            </a:r>
            <a:r>
              <a:rPr lang="it-IT" sz="4000" dirty="0" smtClean="0">
                <a:latin typeface="AR ESSENCE" pitchFamily="2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11740203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800">
              <a:srgbClr val="FF0000"/>
            </a:gs>
            <a:gs pos="0">
              <a:srgbClr val="92D050"/>
            </a:gs>
            <a:gs pos="100000">
              <a:srgbClr val="FFFF0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260648"/>
            <a:ext cx="8219256" cy="557748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4800" dirty="0" smtClean="0">
                <a:latin typeface="AR ESSENCE" pitchFamily="2" charset="0"/>
              </a:rPr>
              <a:t>Batti mani (CLAP </a:t>
            </a:r>
            <a:r>
              <a:rPr lang="it-IT" sz="4800" dirty="0" err="1" smtClean="0">
                <a:latin typeface="AR ESSENCE" pitchFamily="2" charset="0"/>
              </a:rPr>
              <a:t>CLAP</a:t>
            </a:r>
            <a:r>
              <a:rPr lang="it-IT" sz="4800" dirty="0" smtClean="0">
                <a:latin typeface="AR ESSENCE" pitchFamily="2" charset="0"/>
              </a:rPr>
              <a:t> CLAP) piedi in terra (BUM </a:t>
            </a:r>
            <a:r>
              <a:rPr lang="it-IT" sz="4800" dirty="0" err="1" smtClean="0">
                <a:latin typeface="AR ESSENCE" pitchFamily="2" charset="0"/>
              </a:rPr>
              <a:t>BUM</a:t>
            </a:r>
            <a:r>
              <a:rPr lang="it-IT" sz="4800" dirty="0" smtClean="0">
                <a:latin typeface="AR ESSENCE" pitchFamily="2" charset="0"/>
              </a:rPr>
              <a:t> </a:t>
            </a:r>
            <a:r>
              <a:rPr lang="it-IT" sz="4800" dirty="0" err="1" smtClean="0">
                <a:latin typeface="AR ESSENCE" pitchFamily="2" charset="0"/>
              </a:rPr>
              <a:t>BUM</a:t>
            </a:r>
            <a:r>
              <a:rPr lang="it-IT" sz="4800" dirty="0" smtClean="0">
                <a:latin typeface="AR ESSENCE" pitchFamily="2" charset="0"/>
              </a:rPr>
              <a:t>)</a:t>
            </a:r>
          </a:p>
          <a:p>
            <a:pPr marL="0" indent="0" algn="ctr">
              <a:buNone/>
            </a:pPr>
            <a:r>
              <a:rPr lang="it-IT" sz="4800" dirty="0" smtClean="0">
                <a:latin typeface="AR ESSENCE" pitchFamily="2" charset="0"/>
              </a:rPr>
              <a:t>Urla forte (AISA) pronti a ripartire…</a:t>
            </a:r>
          </a:p>
          <a:p>
            <a:pPr marL="0" indent="0" algn="ctr">
              <a:buNone/>
            </a:pPr>
            <a:r>
              <a:rPr lang="it-IT" sz="4800" dirty="0" smtClean="0">
                <a:latin typeface="AR ESSENCE" pitchFamily="2" charset="0"/>
              </a:rPr>
              <a:t>C’è un segreto (PER ANDARE) più leggeri (PIU’ LONTANI) con Gesù (PUOI CAMMINARE)</a:t>
            </a:r>
          </a:p>
          <a:p>
            <a:pPr marL="0" indent="0" algn="ctr">
              <a:buNone/>
            </a:pPr>
            <a:r>
              <a:rPr lang="it-IT" sz="4800" dirty="0" smtClean="0">
                <a:latin typeface="AR ESSENCE" pitchFamily="2" charset="0"/>
              </a:rPr>
              <a:t>È solo lui l’essenziale!!!!!!!!!!!</a:t>
            </a:r>
          </a:p>
        </p:txBody>
      </p:sp>
    </p:spTree>
    <p:extLst>
      <p:ext uri="{BB962C8B-B14F-4D97-AF65-F5344CB8AC3E}">
        <p14:creationId xmlns:p14="http://schemas.microsoft.com/office/powerpoint/2010/main" val="210881797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800">
              <a:srgbClr val="FF0000"/>
            </a:gs>
            <a:gs pos="0">
              <a:srgbClr val="92D050"/>
            </a:gs>
            <a:gs pos="100000">
              <a:srgbClr val="FFFF0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404664"/>
            <a:ext cx="8219256" cy="572149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3800" dirty="0" smtClean="0">
                <a:latin typeface="AR ESSENCE" pitchFamily="2" charset="0"/>
              </a:rPr>
              <a:t>Fai un passo dopo l’altro, prendiamoci per mano,</a:t>
            </a:r>
          </a:p>
          <a:p>
            <a:pPr marL="0" indent="0" algn="ctr">
              <a:buNone/>
            </a:pPr>
            <a:r>
              <a:rPr lang="it-IT" sz="3800" dirty="0" smtClean="0">
                <a:latin typeface="AR ESSENCE" pitchFamily="2" charset="0"/>
              </a:rPr>
              <a:t>La vetta è più vicina, perché Tu sei con me!</a:t>
            </a:r>
            <a:br>
              <a:rPr lang="it-IT" sz="3800" dirty="0" smtClean="0">
                <a:latin typeface="AR ESSENCE" pitchFamily="2" charset="0"/>
              </a:rPr>
            </a:br>
            <a:r>
              <a:rPr lang="it-IT" sz="3800" dirty="0" smtClean="0">
                <a:latin typeface="AR ESSENCE" pitchFamily="2" charset="0"/>
              </a:rPr>
              <a:t>Segui sempre la Sua strada che adesso si va</a:t>
            </a:r>
          </a:p>
          <a:p>
            <a:pPr marL="0" indent="0" algn="ctr">
              <a:buNone/>
            </a:pPr>
            <a:r>
              <a:rPr lang="it-IT" sz="3800" dirty="0" smtClean="0">
                <a:latin typeface="AR ESSENCE" pitchFamily="2" charset="0"/>
              </a:rPr>
              <a:t>Coraggio punta in alto è la tua libertà</a:t>
            </a:r>
          </a:p>
          <a:p>
            <a:pPr marL="0" indent="0" algn="ctr">
              <a:buNone/>
            </a:pPr>
            <a:r>
              <a:rPr lang="it-IT" sz="3800" dirty="0" err="1" smtClean="0">
                <a:latin typeface="AR ESSENCE" pitchFamily="2" charset="0"/>
              </a:rPr>
              <a:t>Ohohohohohohohoh</a:t>
            </a:r>
            <a:r>
              <a:rPr lang="it-IT" sz="3800" dirty="0" smtClean="0">
                <a:latin typeface="AR ESSENCE" pitchFamily="2" charset="0"/>
              </a:rPr>
              <a:t>…</a:t>
            </a:r>
          </a:p>
          <a:p>
            <a:pPr marL="0" indent="0" algn="ctr">
              <a:buNone/>
            </a:pPr>
            <a:r>
              <a:rPr lang="it-IT" sz="3800" dirty="0" err="1" smtClean="0">
                <a:latin typeface="AR ESSENCE" pitchFamily="2" charset="0"/>
              </a:rPr>
              <a:t>Ohohohohohohohoh</a:t>
            </a:r>
            <a:r>
              <a:rPr lang="it-IT" sz="3800" dirty="0" smtClean="0">
                <a:latin typeface="AR ESSENCE" pitchFamily="2" charset="0"/>
              </a:rPr>
              <a:t>…</a:t>
            </a:r>
          </a:p>
          <a:p>
            <a:pPr marL="0" indent="0" algn="ctr">
              <a:buNone/>
            </a:pPr>
            <a:r>
              <a:rPr lang="it-IT" sz="3800" dirty="0" smtClean="0">
                <a:latin typeface="AR ESSENCE" pitchFamily="2" charset="0"/>
              </a:rPr>
              <a:t>Punta in alto, sì!</a:t>
            </a:r>
          </a:p>
        </p:txBody>
      </p:sp>
    </p:spTree>
    <p:extLst>
      <p:ext uri="{BB962C8B-B14F-4D97-AF65-F5344CB8AC3E}">
        <p14:creationId xmlns:p14="http://schemas.microsoft.com/office/powerpoint/2010/main" val="427860457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205</Words>
  <Application>Microsoft Office PowerPoint</Application>
  <PresentationFormat>Presentazione su schermo (4:3)</PresentationFormat>
  <Paragraphs>35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9" baseType="lpstr">
      <vt:lpstr>Tema di Office</vt:lpstr>
      <vt:lpstr>PUNTA IN ALTO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PUNTA IN ALTO</dc:title>
  <dc:creator>GRUPPO MERATE</dc:creator>
  <cp:lastModifiedBy>GRUPPO MERATE</cp:lastModifiedBy>
  <cp:revision>3</cp:revision>
  <dcterms:created xsi:type="dcterms:W3CDTF">2013-11-16T11:31:34Z</dcterms:created>
  <dcterms:modified xsi:type="dcterms:W3CDTF">2013-11-16T13:15:51Z</dcterms:modified>
</cp:coreProperties>
</file>