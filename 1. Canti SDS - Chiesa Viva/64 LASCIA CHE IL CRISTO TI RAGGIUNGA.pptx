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28" autoAdjust="0"/>
  </p:normalViewPr>
  <p:slideViewPr>
    <p:cSldViewPr>
      <p:cViewPr varScale="1">
        <p:scale>
          <a:sx n="68" d="100"/>
          <a:sy n="68" d="100"/>
        </p:scale>
        <p:origin x="-57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9DDA-107A-4782-9CC0-E00750ED6274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20D2-F9CC-4266-A2C5-F6E7C51434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7090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9DDA-107A-4782-9CC0-E00750ED6274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20D2-F9CC-4266-A2C5-F6E7C51434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895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9DDA-107A-4782-9CC0-E00750ED6274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20D2-F9CC-4266-A2C5-F6E7C51434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3797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9DDA-107A-4782-9CC0-E00750ED6274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20D2-F9CC-4266-A2C5-F6E7C51434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0128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9DDA-107A-4782-9CC0-E00750ED6274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20D2-F9CC-4266-A2C5-F6E7C51434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9402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9DDA-107A-4782-9CC0-E00750ED6274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20D2-F9CC-4266-A2C5-F6E7C51434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523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9DDA-107A-4782-9CC0-E00750ED6274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20D2-F9CC-4266-A2C5-F6E7C51434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759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9DDA-107A-4782-9CC0-E00750ED6274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20D2-F9CC-4266-A2C5-F6E7C51434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5401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9DDA-107A-4782-9CC0-E00750ED6274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20D2-F9CC-4266-A2C5-F6E7C51434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108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9DDA-107A-4782-9CC0-E00750ED6274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20D2-F9CC-4266-A2C5-F6E7C51434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102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9DDA-107A-4782-9CC0-E00750ED6274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620D2-F9CC-4266-A2C5-F6E7C51434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581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9DDA-107A-4782-9CC0-E00750ED6274}" type="datetimeFigureOut">
              <a:rPr lang="it-IT" smtClean="0"/>
              <a:t>11/01/2013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620D2-F9CC-4266-A2C5-F6E7C51434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876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7999"/>
          </a:xfrm>
        </p:spPr>
        <p:txBody>
          <a:bodyPr>
            <a:noAutofit/>
          </a:bodyPr>
          <a:lstStyle/>
          <a:p>
            <a:r>
              <a:rPr lang="it-IT" sz="13800" dirty="0" smtClean="0">
                <a:solidFill>
                  <a:srgbClr val="996600"/>
                </a:solidFill>
              </a:rPr>
              <a:t>Lascia che il Cristo ti raggiunga</a:t>
            </a:r>
            <a:endParaRPr lang="it-IT" sz="13800" dirty="0">
              <a:solidFill>
                <a:srgbClr val="99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555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400" dirty="0" smtClean="0">
                <a:solidFill>
                  <a:srgbClr val="996600"/>
                </a:solidFill>
              </a:rPr>
              <a:t>Lascia che il Cristo ti raggiunga e ti stringa forte a sé,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996600"/>
                </a:solidFill>
              </a:rPr>
              <a:t>Ch’egli riempia la tua vita col suo amor.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996600"/>
                </a:solidFill>
              </a:rPr>
              <a:t>Nelle sue mani puoi deporre tutti i pesi che hai perché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996600"/>
                </a:solidFill>
              </a:rPr>
              <a:t>Solo allor verrà lo Spirito su te.</a:t>
            </a:r>
            <a:endParaRPr lang="it-IT" sz="5400" dirty="0">
              <a:solidFill>
                <a:srgbClr val="99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098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8000" dirty="0" smtClean="0">
                <a:solidFill>
                  <a:srgbClr val="996600"/>
                </a:solidFill>
              </a:rPr>
              <a:t>Vieni, Signore, vieni dentro me.</a:t>
            </a:r>
          </a:p>
          <a:p>
            <a:pPr marL="0" indent="0" algn="ctr">
              <a:buNone/>
            </a:pPr>
            <a:r>
              <a:rPr lang="it-IT" sz="8000" dirty="0" smtClean="0">
                <a:solidFill>
                  <a:srgbClr val="996600"/>
                </a:solidFill>
              </a:rPr>
              <a:t>Vieni, Signore, voglio star con te.</a:t>
            </a:r>
            <a:endParaRPr lang="it-IT" sz="8000" dirty="0">
              <a:solidFill>
                <a:srgbClr val="99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89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800" dirty="0" smtClean="0">
                <a:solidFill>
                  <a:srgbClr val="996600"/>
                </a:solidFill>
              </a:rPr>
              <a:t>Cantiamo insieme d’un sol cuore, la bontà del nostro Dio.</a:t>
            </a:r>
          </a:p>
          <a:p>
            <a:pPr marL="0" indent="0" algn="ctr">
              <a:buNone/>
            </a:pPr>
            <a:r>
              <a:rPr lang="it-IT" sz="4800" dirty="0" err="1" smtClean="0">
                <a:solidFill>
                  <a:srgbClr val="996600"/>
                </a:solidFill>
              </a:rPr>
              <a:t>Guardiam</a:t>
            </a:r>
            <a:r>
              <a:rPr lang="it-IT" sz="4800" dirty="0" smtClean="0">
                <a:solidFill>
                  <a:srgbClr val="996600"/>
                </a:solidFill>
              </a:rPr>
              <a:t> con fiducia </a:t>
            </a:r>
            <a:r>
              <a:rPr lang="it-IT" sz="4800" dirty="0">
                <a:solidFill>
                  <a:srgbClr val="996600"/>
                </a:solidFill>
              </a:rPr>
              <a:t>a</a:t>
            </a:r>
            <a:r>
              <a:rPr lang="it-IT" sz="4800" dirty="0" smtClean="0">
                <a:solidFill>
                  <a:srgbClr val="996600"/>
                </a:solidFill>
              </a:rPr>
              <a:t>l nostro Salvator.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rgbClr val="996600"/>
                </a:solidFill>
              </a:rPr>
              <a:t>Portiamo a lui ogni tristezza che opprime il nostro cuor,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rgbClr val="996600"/>
                </a:solidFill>
              </a:rPr>
              <a:t>Solo allora sentiremo il suo </a:t>
            </a:r>
            <a:r>
              <a:rPr lang="it-IT" sz="4800" dirty="0" err="1" smtClean="0">
                <a:solidFill>
                  <a:srgbClr val="996600"/>
                </a:solidFill>
              </a:rPr>
              <a:t>calor</a:t>
            </a:r>
            <a:r>
              <a:rPr lang="it-IT" sz="4800" dirty="0" smtClean="0">
                <a:solidFill>
                  <a:srgbClr val="996600"/>
                </a:solidFill>
              </a:rPr>
              <a:t>.</a:t>
            </a:r>
            <a:endParaRPr lang="it-IT" sz="4800" dirty="0">
              <a:solidFill>
                <a:srgbClr val="99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58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8000" dirty="0" smtClean="0">
                <a:solidFill>
                  <a:srgbClr val="996600"/>
                </a:solidFill>
              </a:rPr>
              <a:t>Vieni, Signore, vieni dentro me.</a:t>
            </a:r>
          </a:p>
          <a:p>
            <a:pPr marL="0" indent="0" algn="ctr">
              <a:buNone/>
            </a:pPr>
            <a:r>
              <a:rPr lang="it-IT" sz="8000" dirty="0" smtClean="0">
                <a:solidFill>
                  <a:srgbClr val="996600"/>
                </a:solidFill>
              </a:rPr>
              <a:t>Vieni, Signore, voglio star con te.</a:t>
            </a:r>
          </a:p>
          <a:p>
            <a:pPr marL="0" indent="0">
              <a:buNone/>
            </a:pPr>
            <a:endParaRPr lang="it-IT" sz="8000" dirty="0">
              <a:solidFill>
                <a:srgbClr val="99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545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118</Words>
  <Application>Microsoft Office PowerPoint</Application>
  <PresentationFormat>Presentazione su schermo (4:3)</PresentationFormat>
  <Paragraphs>13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Lascia che il Cristo ti raggiunga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Lascia che il Cristo ti raggiunga</dc:title>
  <dc:creator>CHIESA_MERATE_</dc:creator>
  <cp:lastModifiedBy>CHIESA_MERATE_</cp:lastModifiedBy>
  <cp:revision>2</cp:revision>
  <dcterms:created xsi:type="dcterms:W3CDTF">2013-01-12T10:23:31Z</dcterms:created>
  <dcterms:modified xsi:type="dcterms:W3CDTF">2013-01-12T10:38:00Z</dcterms:modified>
</cp:coreProperties>
</file>