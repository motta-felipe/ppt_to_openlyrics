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6" r:id="rId3"/>
    <p:sldId id="257" r:id="rId4"/>
    <p:sldId id="258" r:id="rId5"/>
    <p:sldId id="259" r:id="rId6"/>
  </p:sldIdLst>
  <p:sldSz cx="9144000" cy="6858000" type="screen4x3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0" d="100"/>
          <a:sy n="50" d="100"/>
        </p:scale>
        <p:origin x="-1267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smtClean="0"/>
              <a:t>Fare clic per modificare lo stile del sottotitolo dello schema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3A6C6-3FFE-41CE-8211-6C173FC9F07C}" type="datetimeFigureOut">
              <a:rPr lang="it-IT" smtClean="0"/>
              <a:t>22/01/2016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44E6A-477A-47EA-87F2-C5343E76157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385574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3A6C6-3FFE-41CE-8211-6C173FC9F07C}" type="datetimeFigureOut">
              <a:rPr lang="it-IT" smtClean="0"/>
              <a:t>22/01/2016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44E6A-477A-47EA-87F2-C5343E76157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070398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3A6C6-3FFE-41CE-8211-6C173FC9F07C}" type="datetimeFigureOut">
              <a:rPr lang="it-IT" smtClean="0"/>
              <a:t>22/01/2016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44E6A-477A-47EA-87F2-C5343E76157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114991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3A6C6-3FFE-41CE-8211-6C173FC9F07C}" type="datetimeFigureOut">
              <a:rPr lang="it-IT" smtClean="0"/>
              <a:t>22/01/2016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44E6A-477A-47EA-87F2-C5343E76157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442186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3A6C6-3FFE-41CE-8211-6C173FC9F07C}" type="datetimeFigureOut">
              <a:rPr lang="it-IT" smtClean="0"/>
              <a:t>22/01/2016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44E6A-477A-47EA-87F2-C5343E76157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938477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3A6C6-3FFE-41CE-8211-6C173FC9F07C}" type="datetimeFigureOut">
              <a:rPr lang="it-IT" smtClean="0"/>
              <a:t>22/01/2016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44E6A-477A-47EA-87F2-C5343E76157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455020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3A6C6-3FFE-41CE-8211-6C173FC9F07C}" type="datetimeFigureOut">
              <a:rPr lang="it-IT" smtClean="0"/>
              <a:t>22/01/2016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44E6A-477A-47EA-87F2-C5343E76157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58170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3A6C6-3FFE-41CE-8211-6C173FC9F07C}" type="datetimeFigureOut">
              <a:rPr lang="it-IT" smtClean="0"/>
              <a:t>22/01/2016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44E6A-477A-47EA-87F2-C5343E76157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299363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3A6C6-3FFE-41CE-8211-6C173FC9F07C}" type="datetimeFigureOut">
              <a:rPr lang="it-IT" smtClean="0"/>
              <a:t>22/01/2016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44E6A-477A-47EA-87F2-C5343E76157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11261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3A6C6-3FFE-41CE-8211-6C173FC9F07C}" type="datetimeFigureOut">
              <a:rPr lang="it-IT" smtClean="0"/>
              <a:t>22/01/2016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44E6A-477A-47EA-87F2-C5343E76157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552261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3A6C6-3FFE-41CE-8211-6C173FC9F07C}" type="datetimeFigureOut">
              <a:rPr lang="it-IT" smtClean="0"/>
              <a:t>22/01/2016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44E6A-477A-47EA-87F2-C5343E76157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52397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tint val="66000"/>
                <a:satMod val="16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73A6C6-3FFE-41CE-8211-6C173FC9F07C}" type="datetimeFigureOut">
              <a:rPr lang="it-IT" smtClean="0"/>
              <a:t>22/01/2016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544E6A-477A-47EA-87F2-C5343E76157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07318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/>
          <p:cNvSpPr txBox="1"/>
          <p:nvPr/>
        </p:nvSpPr>
        <p:spPr>
          <a:xfrm>
            <a:off x="1115616" y="2996952"/>
            <a:ext cx="66967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800" dirty="0" smtClean="0"/>
              <a:t>JESUS TE NECESITA HOY</a:t>
            </a:r>
            <a:endParaRPr lang="it-IT" sz="4800" dirty="0"/>
          </a:p>
        </p:txBody>
      </p:sp>
    </p:spTree>
    <p:extLst>
      <p:ext uri="{BB962C8B-B14F-4D97-AF65-F5344CB8AC3E}">
        <p14:creationId xmlns:p14="http://schemas.microsoft.com/office/powerpoint/2010/main" val="1395763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/>
          <p:cNvSpPr txBox="1"/>
          <p:nvPr/>
        </p:nvSpPr>
        <p:spPr>
          <a:xfrm>
            <a:off x="1115616" y="1196752"/>
            <a:ext cx="6696744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600" dirty="0" smtClean="0"/>
              <a:t>Jesús </a:t>
            </a:r>
            <a:r>
              <a:rPr lang="es-ES" sz="3600" dirty="0"/>
              <a:t>te necesita hoy, cristiana juventud;</a:t>
            </a:r>
          </a:p>
          <a:p>
            <a:pPr algn="ctr"/>
            <a:r>
              <a:rPr lang="es-ES" sz="3600" dirty="0"/>
              <a:t>tu fuerza solicita, tu celo y tu virtud.</a:t>
            </a:r>
          </a:p>
          <a:p>
            <a:pPr algn="ctr"/>
            <a:r>
              <a:rPr lang="es-ES" sz="3600" dirty="0"/>
              <a:t>La frente, pues, levanta y empuña</a:t>
            </a:r>
          </a:p>
          <a:p>
            <a:pPr algn="ctr"/>
            <a:r>
              <a:rPr lang="es-ES" sz="3600" dirty="0"/>
              <a:t>con valor</a:t>
            </a:r>
          </a:p>
          <a:p>
            <a:pPr algn="ctr"/>
            <a:r>
              <a:rPr lang="es-ES" sz="3600" dirty="0"/>
              <a:t>la enseña sacrosanta de Cristo, tu</a:t>
            </a:r>
          </a:p>
          <a:p>
            <a:pPr algn="ctr"/>
            <a:r>
              <a:rPr lang="es-ES" sz="3600" dirty="0"/>
              <a:t>Señor.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9566121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/>
          <p:cNvSpPr txBox="1"/>
          <p:nvPr/>
        </p:nvSpPr>
        <p:spPr>
          <a:xfrm>
            <a:off x="971600" y="1124744"/>
            <a:ext cx="7272808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400" dirty="0" smtClean="0"/>
              <a:t>RIT: Adelante</a:t>
            </a:r>
            <a:r>
              <a:rPr lang="es-ES" sz="4400" dirty="0"/>
              <a:t>, cristiana juventud;</a:t>
            </a:r>
          </a:p>
          <a:p>
            <a:pPr algn="ctr"/>
            <a:r>
              <a:rPr lang="es-ES" sz="4400" dirty="0"/>
              <a:t>adelante, vamos, vamos todos </a:t>
            </a:r>
            <a:r>
              <a:rPr lang="es-ES" sz="4400" dirty="0" smtClean="0"/>
              <a:t>con valor</a:t>
            </a:r>
            <a:r>
              <a:rPr lang="es-ES" sz="4400" dirty="0"/>
              <a:t>.</a:t>
            </a:r>
          </a:p>
          <a:p>
            <a:pPr algn="ctr"/>
            <a:r>
              <a:rPr lang="es-ES" sz="4400" dirty="0"/>
              <a:t>Adelante, cristiana juventud;</a:t>
            </a:r>
          </a:p>
          <a:p>
            <a:pPr algn="ctr"/>
            <a:r>
              <a:rPr lang="es-ES" sz="4400" dirty="0"/>
              <a:t>adelante, jóvenes, ¡id a luchar!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0030475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/>
          <p:cNvSpPr txBox="1"/>
          <p:nvPr/>
        </p:nvSpPr>
        <p:spPr>
          <a:xfrm>
            <a:off x="827584" y="620688"/>
            <a:ext cx="756084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000" dirty="0"/>
              <a:t>A noble lucha llama hoy Jesús tu</a:t>
            </a:r>
          </a:p>
          <a:p>
            <a:pPr algn="ctr"/>
            <a:r>
              <a:rPr lang="es-ES" sz="4000" dirty="0"/>
              <a:t>Salvador;</a:t>
            </a:r>
          </a:p>
          <a:p>
            <a:pPr algn="ctr"/>
            <a:r>
              <a:rPr lang="es-ES" sz="4000" dirty="0"/>
              <a:t>levántate y proclama los dones de</a:t>
            </a:r>
          </a:p>
          <a:p>
            <a:pPr algn="ctr"/>
            <a:r>
              <a:rPr lang="es-ES" sz="4000" dirty="0"/>
              <a:t>su amor.</a:t>
            </a:r>
          </a:p>
          <a:p>
            <a:pPr algn="ctr"/>
            <a:r>
              <a:rPr lang="es-ES" sz="4000" dirty="0"/>
              <a:t>Si siembra desalientos el malo con</a:t>
            </a:r>
          </a:p>
          <a:p>
            <a:pPr algn="ctr"/>
            <a:r>
              <a:rPr lang="es-ES" sz="4000" dirty="0"/>
              <a:t>su voz,</a:t>
            </a:r>
          </a:p>
          <a:p>
            <a:pPr algn="ctr"/>
            <a:r>
              <a:rPr lang="es-ES" sz="4000" dirty="0"/>
              <a:t>oculta tus lamentos, que va contigo</a:t>
            </a:r>
          </a:p>
          <a:p>
            <a:pPr algn="ctr"/>
            <a:r>
              <a:rPr lang="es-ES" sz="4000" dirty="0"/>
              <a:t>Dios.</a:t>
            </a:r>
          </a:p>
          <a:p>
            <a:pPr algn="ctr"/>
            <a:endParaRPr lang="it-IT" sz="4000" dirty="0"/>
          </a:p>
        </p:txBody>
      </p:sp>
    </p:spTree>
    <p:extLst>
      <p:ext uri="{BB962C8B-B14F-4D97-AF65-F5344CB8AC3E}">
        <p14:creationId xmlns:p14="http://schemas.microsoft.com/office/powerpoint/2010/main" val="21595962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/>
          <p:cNvSpPr txBox="1"/>
          <p:nvPr/>
        </p:nvSpPr>
        <p:spPr>
          <a:xfrm>
            <a:off x="971600" y="1124744"/>
            <a:ext cx="7272808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400" dirty="0" smtClean="0"/>
              <a:t>RIT: Adelante</a:t>
            </a:r>
            <a:r>
              <a:rPr lang="es-ES" sz="4400" dirty="0"/>
              <a:t>, cristiana juventud;</a:t>
            </a:r>
          </a:p>
          <a:p>
            <a:pPr algn="ctr"/>
            <a:r>
              <a:rPr lang="es-ES" sz="4400" dirty="0"/>
              <a:t>adelante, vamos, vamos todos </a:t>
            </a:r>
            <a:r>
              <a:rPr lang="es-ES" sz="4400" dirty="0" smtClean="0"/>
              <a:t>con valor</a:t>
            </a:r>
            <a:r>
              <a:rPr lang="es-ES" sz="4400" dirty="0"/>
              <a:t>.</a:t>
            </a:r>
          </a:p>
          <a:p>
            <a:pPr algn="ctr"/>
            <a:r>
              <a:rPr lang="es-ES" sz="4400" dirty="0"/>
              <a:t>Adelante, cristiana juventud;</a:t>
            </a:r>
          </a:p>
          <a:p>
            <a:pPr algn="ctr"/>
            <a:r>
              <a:rPr lang="es-ES" sz="4400" dirty="0"/>
              <a:t>adelante, jóvenes, ¡id a luchar!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27425504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137</Words>
  <Application>Microsoft Office PowerPoint</Application>
  <PresentationFormat>Presentazione su schermo (4:3)</PresentationFormat>
  <Paragraphs>23</Paragraphs>
  <Slides>5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5</vt:i4>
      </vt:variant>
    </vt:vector>
  </HeadingPairs>
  <TitlesOfParts>
    <vt:vector size="6" baseType="lpstr"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Hewlett-Packard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GRUPPO MERATE</dc:creator>
  <cp:lastModifiedBy>GRUPPO MERATE</cp:lastModifiedBy>
  <cp:revision>1</cp:revision>
  <dcterms:created xsi:type="dcterms:W3CDTF">2016-01-22T19:27:44Z</dcterms:created>
  <dcterms:modified xsi:type="dcterms:W3CDTF">2016-01-22T19:34:58Z</dcterms:modified>
</cp:coreProperties>
</file>