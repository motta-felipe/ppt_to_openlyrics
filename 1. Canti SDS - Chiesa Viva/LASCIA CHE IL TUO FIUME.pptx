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2" r:id="rId4"/>
    <p:sldId id="258" r:id="rId5"/>
    <p:sldId id="259" r:id="rId6"/>
    <p:sldId id="263" r:id="rId7"/>
    <p:sldId id="260" r:id="rId8"/>
    <p:sldId id="261" r:id="rId9"/>
    <p:sldId id="264" r:id="rId10"/>
  </p:sldIdLst>
  <p:sldSz cx="9144000" cy="6858000" type="screen4x3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9" autoAdjust="0"/>
    <p:restoredTop sz="94728" autoAdjust="0"/>
  </p:normalViewPr>
  <p:slideViewPr>
    <p:cSldViewPr>
      <p:cViewPr varScale="1">
        <p:scale>
          <a:sx n="70" d="100"/>
          <a:sy n="70" d="100"/>
        </p:scale>
        <p:origin x="-516" y="-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996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 smtClean="0"/>
              <a:t>Fare clic per modificare lo stile del sottotitolo dello schema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D355-16BD-4E45-BD9A-5EA878CF7CBD}" type="datetimeFigureOut">
              <a:rPr lang="it-IT" smtClean="0"/>
              <a:t>30/08/2013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D355-16BD-4E45-BD9A-5EA878CF7CBD}" type="datetimeFigureOut">
              <a:rPr lang="it-IT" smtClean="0"/>
              <a:t>30/08/2013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D355-16BD-4E45-BD9A-5EA878CF7CBD}" type="datetimeFigureOut">
              <a:rPr lang="it-IT" smtClean="0"/>
              <a:t>30/08/2013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D355-16BD-4E45-BD9A-5EA878CF7CBD}" type="datetimeFigureOut">
              <a:rPr lang="it-IT" smtClean="0"/>
              <a:t>30/08/2013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D355-16BD-4E45-BD9A-5EA878CF7CBD}" type="datetimeFigureOut">
              <a:rPr lang="it-IT" smtClean="0"/>
              <a:t>30/08/2013</a:t>
            </a:fld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D355-16BD-4E45-BD9A-5EA878CF7CBD}" type="datetimeFigureOut">
              <a:rPr lang="it-IT" smtClean="0"/>
              <a:t>30/08/2013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D355-16BD-4E45-BD9A-5EA878CF7CBD}" type="datetimeFigureOut">
              <a:rPr lang="it-IT" smtClean="0"/>
              <a:t>30/08/2013</a:t>
            </a:fld>
            <a:endParaRPr lang="it-IT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D355-16BD-4E45-BD9A-5EA878CF7CBD}" type="datetimeFigureOut">
              <a:rPr lang="it-IT" smtClean="0"/>
              <a:t>30/08/2013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D355-16BD-4E45-BD9A-5EA878CF7CBD}" type="datetimeFigureOut">
              <a:rPr lang="it-IT" smtClean="0"/>
              <a:t>30/08/2013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D355-16BD-4E45-BD9A-5EA878CF7CBD}" type="datetimeFigureOut">
              <a:rPr lang="it-IT" smtClean="0"/>
              <a:t>30/08/2013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D355-16BD-4E45-BD9A-5EA878CF7CBD}" type="datetimeFigureOut">
              <a:rPr lang="it-IT" smtClean="0"/>
              <a:t>30/08/2013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49D355-16BD-4E45-BD9A-5EA878CF7CBD}" type="datetimeFigureOut">
              <a:rPr lang="it-IT" smtClean="0"/>
              <a:t>30/08/2013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26760" cy="6845070"/>
          </a:xfrm>
          <a:prstGeom prst="rect">
            <a:avLst/>
          </a:prstGeom>
        </p:spPr>
      </p:pic>
      <p:sp>
        <p:nvSpPr>
          <p:cNvPr id="2" name="Titolo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it-IT" sz="9600" b="1" dirty="0" smtClean="0">
                <a:solidFill>
                  <a:srgbClr val="FF0000"/>
                </a:solidFill>
                <a:latin typeface="Candara" pitchFamily="34" charset="0"/>
              </a:rPr>
              <a:t>LASCIA CHE IL TUO FIUME</a:t>
            </a:r>
            <a:endParaRPr lang="it-IT" sz="9600" b="1" dirty="0">
              <a:solidFill>
                <a:srgbClr val="FF0000"/>
              </a:solidFill>
              <a:latin typeface="Candar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0115697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C000"/>
            </a:gs>
            <a:gs pos="73000">
              <a:schemeClr val="accent5">
                <a:lumMod val="40000"/>
                <a:lumOff val="6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it-IT" sz="8000" b="1" dirty="0" smtClean="0">
                <a:solidFill>
                  <a:schemeClr val="accent1">
                    <a:lumMod val="50000"/>
                  </a:schemeClr>
                </a:solidFill>
                <a:latin typeface="Candara" pitchFamily="34" charset="0"/>
              </a:rPr>
              <a:t>Lascia che il tuo fiume sgorghi dentro al cuor mio</a:t>
            </a:r>
          </a:p>
          <a:p>
            <a:pPr marL="0" indent="0" algn="ctr">
              <a:buNone/>
            </a:pPr>
            <a:r>
              <a:rPr lang="it-IT" sz="8000" b="1" dirty="0" smtClean="0">
                <a:solidFill>
                  <a:schemeClr val="accent1">
                    <a:lumMod val="50000"/>
                  </a:schemeClr>
                </a:solidFill>
                <a:latin typeface="Candara" pitchFamily="34" charset="0"/>
              </a:rPr>
              <a:t>Lascia quella luce spirito di Dio.</a:t>
            </a:r>
          </a:p>
        </p:txBody>
      </p:sp>
    </p:spTree>
    <p:extLst>
      <p:ext uri="{BB962C8B-B14F-4D97-AF65-F5344CB8AC3E}">
        <p14:creationId xmlns:p14="http://schemas.microsoft.com/office/powerpoint/2010/main" val="1199187905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C000"/>
            </a:gs>
            <a:gs pos="73000">
              <a:schemeClr val="accent5">
                <a:lumMod val="40000"/>
                <a:lumOff val="6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it-IT" sz="6000" b="1" dirty="0" smtClean="0">
                <a:solidFill>
                  <a:schemeClr val="accent1">
                    <a:lumMod val="50000"/>
                  </a:schemeClr>
                </a:solidFill>
                <a:latin typeface="Candara" pitchFamily="34" charset="0"/>
              </a:rPr>
              <a:t>Copri tutto ciò che turba l’anima,</a:t>
            </a:r>
          </a:p>
          <a:p>
            <a:pPr marL="0" indent="0" algn="ctr">
              <a:buNone/>
            </a:pPr>
            <a:r>
              <a:rPr lang="it-IT" sz="6000" b="1" dirty="0" smtClean="0">
                <a:solidFill>
                  <a:schemeClr val="accent1">
                    <a:lumMod val="50000"/>
                  </a:schemeClr>
                </a:solidFill>
                <a:latin typeface="Candara" pitchFamily="34" charset="0"/>
              </a:rPr>
              <a:t>Tu sei il mio riposo la mia libertà,</a:t>
            </a:r>
          </a:p>
          <a:p>
            <a:pPr marL="0" indent="0" algn="ctr">
              <a:buNone/>
            </a:pPr>
            <a:r>
              <a:rPr lang="it-IT" sz="6000" b="1" dirty="0" smtClean="0">
                <a:solidFill>
                  <a:schemeClr val="accent1">
                    <a:lumMod val="50000"/>
                  </a:schemeClr>
                </a:solidFill>
                <a:latin typeface="Candara" pitchFamily="34" charset="0"/>
              </a:rPr>
              <a:t>Tu sei il mio riposo la mia libertà.</a:t>
            </a:r>
            <a:endParaRPr lang="it-IT" sz="6000" b="1" dirty="0">
              <a:solidFill>
                <a:schemeClr val="accent1">
                  <a:lumMod val="50000"/>
                </a:schemeClr>
              </a:solidFill>
              <a:latin typeface="Candar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9475038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C000"/>
            </a:gs>
            <a:gs pos="73000">
              <a:schemeClr val="accent5">
                <a:lumMod val="40000"/>
                <a:lumOff val="6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it-IT" sz="8000" b="1" dirty="0" smtClean="0">
                <a:solidFill>
                  <a:schemeClr val="accent1">
                    <a:lumMod val="50000"/>
                  </a:schemeClr>
                </a:solidFill>
                <a:latin typeface="Candara" pitchFamily="34" charset="0"/>
              </a:rPr>
              <a:t>Gesù, Gesù, Gesù.</a:t>
            </a:r>
          </a:p>
          <a:p>
            <a:pPr marL="0" indent="0" algn="ctr">
              <a:buNone/>
            </a:pPr>
            <a:r>
              <a:rPr lang="it-IT" sz="8000" b="1" dirty="0" smtClean="0">
                <a:solidFill>
                  <a:schemeClr val="accent1">
                    <a:lumMod val="50000"/>
                  </a:schemeClr>
                </a:solidFill>
                <a:latin typeface="Candara" pitchFamily="34" charset="0"/>
              </a:rPr>
              <a:t>Padre, Padre, Padre.</a:t>
            </a:r>
          </a:p>
          <a:p>
            <a:pPr marL="0" indent="0" algn="ctr">
              <a:buNone/>
            </a:pPr>
            <a:r>
              <a:rPr lang="it-IT" sz="8000" b="1" dirty="0" smtClean="0">
                <a:solidFill>
                  <a:schemeClr val="accent1">
                    <a:lumMod val="50000"/>
                  </a:schemeClr>
                </a:solidFill>
                <a:latin typeface="Candara" pitchFamily="34" charset="0"/>
              </a:rPr>
              <a:t>Spirito, Spirito, Spirito.</a:t>
            </a:r>
            <a:endParaRPr lang="it-IT" sz="8000" b="1" dirty="0">
              <a:solidFill>
                <a:schemeClr val="accent1">
                  <a:lumMod val="50000"/>
                </a:schemeClr>
              </a:solidFill>
              <a:latin typeface="Candar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7508908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C000"/>
            </a:gs>
            <a:gs pos="73000">
              <a:schemeClr val="accent5">
                <a:lumMod val="40000"/>
                <a:lumOff val="6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251520" y="188640"/>
            <a:ext cx="8640960" cy="6408712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it-IT" sz="8800" b="1" dirty="0" smtClean="0">
                <a:solidFill>
                  <a:schemeClr val="accent1">
                    <a:lumMod val="50000"/>
                  </a:schemeClr>
                </a:solidFill>
                <a:latin typeface="Candara" pitchFamily="34" charset="0"/>
              </a:rPr>
              <a:t>Spirito di Dio vieni e guidami tu</a:t>
            </a:r>
          </a:p>
          <a:p>
            <a:pPr marL="0" indent="0" algn="ctr">
              <a:buNone/>
            </a:pPr>
            <a:r>
              <a:rPr lang="it-IT" sz="8800" b="1" dirty="0" smtClean="0">
                <a:solidFill>
                  <a:schemeClr val="accent1">
                    <a:lumMod val="50000"/>
                  </a:schemeClr>
                </a:solidFill>
                <a:latin typeface="Candara" pitchFamily="34" charset="0"/>
              </a:rPr>
              <a:t>Spirito d’amore custodiscimi,</a:t>
            </a:r>
          </a:p>
          <a:p>
            <a:pPr marL="0" indent="0" algn="ctr">
              <a:buNone/>
            </a:pPr>
            <a:endParaRPr lang="it-IT" sz="8800" b="1" dirty="0">
              <a:solidFill>
                <a:schemeClr val="accent1">
                  <a:lumMod val="50000"/>
                </a:schemeClr>
              </a:solidFill>
              <a:latin typeface="Candar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6060966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C000"/>
            </a:gs>
            <a:gs pos="73000">
              <a:schemeClr val="accent5">
                <a:lumMod val="40000"/>
                <a:lumOff val="6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251520" y="332656"/>
            <a:ext cx="8640960" cy="626469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it-IT" sz="6000" b="1" dirty="0" smtClean="0">
                <a:solidFill>
                  <a:schemeClr val="accent1">
                    <a:lumMod val="50000"/>
                  </a:schemeClr>
                </a:solidFill>
                <a:latin typeface="Candara" pitchFamily="34" charset="0"/>
              </a:rPr>
              <a:t>Quando il dubbio bussa non mi spezzerò</a:t>
            </a:r>
          </a:p>
          <a:p>
            <a:pPr marL="0" indent="0" algn="ctr">
              <a:buNone/>
            </a:pPr>
            <a:r>
              <a:rPr lang="it-IT" sz="6000" b="1" dirty="0" smtClean="0">
                <a:solidFill>
                  <a:schemeClr val="accent1">
                    <a:lumMod val="50000"/>
                  </a:schemeClr>
                </a:solidFill>
                <a:latin typeface="Candara" pitchFamily="34" charset="0"/>
              </a:rPr>
              <a:t>Se nel tuo amore io camminerò,</a:t>
            </a:r>
          </a:p>
          <a:p>
            <a:pPr marL="0" indent="0" algn="ctr">
              <a:buNone/>
            </a:pPr>
            <a:r>
              <a:rPr lang="it-IT" sz="6000" b="1" dirty="0" smtClean="0">
                <a:solidFill>
                  <a:schemeClr val="accent1">
                    <a:lumMod val="50000"/>
                  </a:schemeClr>
                </a:solidFill>
                <a:latin typeface="Candara" pitchFamily="34" charset="0"/>
              </a:rPr>
              <a:t>Se nel tuo amore io camminerò.</a:t>
            </a:r>
            <a:endParaRPr lang="it-IT" sz="6000" b="1" dirty="0">
              <a:solidFill>
                <a:schemeClr val="accent1">
                  <a:lumMod val="50000"/>
                </a:schemeClr>
              </a:solidFill>
              <a:latin typeface="Candar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3505539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C000"/>
            </a:gs>
            <a:gs pos="73000">
              <a:schemeClr val="accent5">
                <a:lumMod val="40000"/>
                <a:lumOff val="6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251520" y="548680"/>
            <a:ext cx="8435280" cy="557748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it-IT" sz="7200" b="1" dirty="0">
                <a:solidFill>
                  <a:schemeClr val="accent1">
                    <a:lumMod val="50000"/>
                  </a:schemeClr>
                </a:solidFill>
                <a:latin typeface="Candara" pitchFamily="34" charset="0"/>
              </a:rPr>
              <a:t>Gesù, Gesù, Gesù.</a:t>
            </a:r>
          </a:p>
          <a:p>
            <a:pPr marL="0" indent="0" algn="ctr">
              <a:buNone/>
            </a:pPr>
            <a:r>
              <a:rPr lang="it-IT" sz="7200" b="1" dirty="0">
                <a:solidFill>
                  <a:schemeClr val="accent1">
                    <a:lumMod val="50000"/>
                  </a:schemeClr>
                </a:solidFill>
                <a:latin typeface="Candara" pitchFamily="34" charset="0"/>
              </a:rPr>
              <a:t>Padre, Padre, Padre.</a:t>
            </a:r>
          </a:p>
          <a:p>
            <a:pPr marL="0" indent="0" algn="ctr">
              <a:buNone/>
            </a:pPr>
            <a:r>
              <a:rPr lang="it-IT" sz="7200" b="1" dirty="0">
                <a:solidFill>
                  <a:schemeClr val="accent1">
                    <a:lumMod val="50000"/>
                  </a:schemeClr>
                </a:solidFill>
                <a:latin typeface="Candara" pitchFamily="34" charset="0"/>
              </a:rPr>
              <a:t>Spirito, Spirito, Spirito.</a:t>
            </a:r>
          </a:p>
          <a:p>
            <a:pPr algn="ctr"/>
            <a:endParaRPr lang="it-IT" sz="7200" b="1" dirty="0">
              <a:solidFill>
                <a:schemeClr val="accent1">
                  <a:lumMod val="50000"/>
                </a:schemeClr>
              </a:solidFill>
              <a:latin typeface="Candar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0892982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C000"/>
            </a:gs>
            <a:gs pos="73000">
              <a:schemeClr val="accent5">
                <a:lumMod val="40000"/>
                <a:lumOff val="6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179512" y="116632"/>
            <a:ext cx="8640960" cy="619268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it-IT" sz="7200" b="1" dirty="0">
                <a:solidFill>
                  <a:schemeClr val="accent1">
                    <a:lumMod val="50000"/>
                  </a:schemeClr>
                </a:solidFill>
                <a:latin typeface="Candara" pitchFamily="34" charset="0"/>
              </a:rPr>
              <a:t>Lascia che il tuo fiume sgorghi dentro al cuor mio</a:t>
            </a:r>
          </a:p>
          <a:p>
            <a:pPr marL="0" indent="0" algn="ctr">
              <a:buNone/>
            </a:pPr>
            <a:r>
              <a:rPr lang="it-IT" sz="7200" b="1" dirty="0">
                <a:solidFill>
                  <a:schemeClr val="accent1">
                    <a:lumMod val="50000"/>
                  </a:schemeClr>
                </a:solidFill>
                <a:latin typeface="Candara" pitchFamily="34" charset="0"/>
              </a:rPr>
              <a:t>Lascia quella luce spirito di Dio</a:t>
            </a:r>
            <a:r>
              <a:rPr lang="it-IT" sz="7200" b="1" dirty="0" smtClean="0">
                <a:solidFill>
                  <a:schemeClr val="accent1">
                    <a:lumMod val="50000"/>
                  </a:schemeClr>
                </a:solidFill>
                <a:latin typeface="Candara" pitchFamily="34" charset="0"/>
              </a:rPr>
              <a:t>.</a:t>
            </a:r>
            <a:endParaRPr lang="it-IT" sz="7200" b="1" dirty="0">
              <a:solidFill>
                <a:schemeClr val="accent1">
                  <a:lumMod val="50000"/>
                </a:schemeClr>
              </a:solidFill>
              <a:latin typeface="Candar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6853820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C000"/>
            </a:gs>
            <a:gs pos="73000">
              <a:schemeClr val="accent5">
                <a:lumMod val="40000"/>
                <a:lumOff val="6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179512" y="116632"/>
            <a:ext cx="8640960" cy="619268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it-IT" sz="6000" b="1" dirty="0" smtClean="0">
                <a:solidFill>
                  <a:schemeClr val="accent1">
                    <a:lumMod val="50000"/>
                  </a:schemeClr>
                </a:solidFill>
                <a:latin typeface="Candara" pitchFamily="34" charset="0"/>
              </a:rPr>
              <a:t>Copri </a:t>
            </a:r>
            <a:r>
              <a:rPr lang="it-IT" sz="6000" b="1" dirty="0">
                <a:solidFill>
                  <a:schemeClr val="accent1">
                    <a:lumMod val="50000"/>
                  </a:schemeClr>
                </a:solidFill>
                <a:latin typeface="Candara" pitchFamily="34" charset="0"/>
              </a:rPr>
              <a:t>tutto ciò che turba l’anima,</a:t>
            </a:r>
          </a:p>
          <a:p>
            <a:pPr marL="0" indent="0" algn="ctr">
              <a:buNone/>
            </a:pPr>
            <a:r>
              <a:rPr lang="it-IT" sz="6000" b="1" dirty="0">
                <a:solidFill>
                  <a:schemeClr val="accent1">
                    <a:lumMod val="50000"/>
                  </a:schemeClr>
                </a:solidFill>
                <a:latin typeface="Candara" pitchFamily="34" charset="0"/>
              </a:rPr>
              <a:t>Tu sei il mio riposo la mia libertà,</a:t>
            </a:r>
          </a:p>
          <a:p>
            <a:pPr marL="0" indent="0" algn="ctr">
              <a:buNone/>
            </a:pPr>
            <a:r>
              <a:rPr lang="it-IT" sz="6000" b="1" dirty="0">
                <a:solidFill>
                  <a:schemeClr val="accent1">
                    <a:lumMod val="50000"/>
                  </a:schemeClr>
                </a:solidFill>
                <a:latin typeface="Candara" pitchFamily="34" charset="0"/>
              </a:rPr>
              <a:t>Tu sei il mio riposo la mia libertà.</a:t>
            </a:r>
          </a:p>
          <a:p>
            <a:pPr algn="ctr"/>
            <a:endParaRPr lang="it-IT" sz="6000" b="1" dirty="0">
              <a:solidFill>
                <a:schemeClr val="accent1">
                  <a:lumMod val="50000"/>
                </a:schemeClr>
              </a:solidFill>
              <a:latin typeface="Candar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3756347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157</Words>
  <Application>Microsoft Office PowerPoint</Application>
  <PresentationFormat>Presentazione su schermo (4:3)</PresentationFormat>
  <Paragraphs>22</Paragraphs>
  <Slides>9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9</vt:i4>
      </vt:variant>
    </vt:vector>
  </HeadingPairs>
  <TitlesOfParts>
    <vt:vector size="10" baseType="lpstr">
      <vt:lpstr>Tema di Office</vt:lpstr>
      <vt:lpstr>LASCIA CHE IL TUO FIUME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LASCIA CHE IL TUO FIUME</dc:title>
  <cp:lastModifiedBy>Gruppo Merate-Olgiat</cp:lastModifiedBy>
  <cp:revision>4</cp:revision>
  <dcterms:modified xsi:type="dcterms:W3CDTF">2013-08-30T17:37:14Z</dcterms:modified>
</cp:coreProperties>
</file>