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9" autoAdjust="0"/>
    <p:restoredTop sz="86400" autoAdjust="0"/>
  </p:normalViewPr>
  <p:slideViewPr>
    <p:cSldViewPr>
      <p:cViewPr varScale="1">
        <p:scale>
          <a:sx n="46" d="100"/>
          <a:sy n="46" d="100"/>
        </p:scale>
        <p:origin x="-1032" y="-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3" y="101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4EB1-1D8A-45EA-BD18-535813F7DDB4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286B-18B8-406D-B9E2-16E7221C13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0011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4EB1-1D8A-45EA-BD18-535813F7DDB4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286B-18B8-406D-B9E2-16E7221C13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973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4EB1-1D8A-45EA-BD18-535813F7DDB4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286B-18B8-406D-B9E2-16E7221C13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7452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4EB1-1D8A-45EA-BD18-535813F7DDB4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286B-18B8-406D-B9E2-16E7221C13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4321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4EB1-1D8A-45EA-BD18-535813F7DDB4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286B-18B8-406D-B9E2-16E7221C13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909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4EB1-1D8A-45EA-BD18-535813F7DDB4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286B-18B8-406D-B9E2-16E7221C13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7803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4EB1-1D8A-45EA-BD18-535813F7DDB4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286B-18B8-406D-B9E2-16E7221C13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739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4EB1-1D8A-45EA-BD18-535813F7DDB4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286B-18B8-406D-B9E2-16E7221C13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6134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4EB1-1D8A-45EA-BD18-535813F7DDB4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286B-18B8-406D-B9E2-16E7221C13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155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4EB1-1D8A-45EA-BD18-535813F7DDB4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286B-18B8-406D-B9E2-16E7221C13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3408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4EB1-1D8A-45EA-BD18-535813F7DDB4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286B-18B8-406D-B9E2-16E7221C13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4865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04EB1-1D8A-45EA-BD18-535813F7DDB4}" type="datetimeFigureOut">
              <a:rPr lang="it-IT" smtClean="0"/>
              <a:t>29/03/2014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5286B-18B8-406D-B9E2-16E7221C13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3978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chemeClr val="accent5">
                <a:lumMod val="75000"/>
              </a:schemeClr>
            </a:gs>
            <a:gs pos="100000">
              <a:srgbClr val="FF00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it-IT" sz="7200" b="1" i="1" dirty="0" smtClean="0">
                <a:latin typeface="Candara" panose="020E0502030303020204" pitchFamily="34" charset="0"/>
              </a:rPr>
              <a:t>FIUME, FIUME</a:t>
            </a:r>
            <a:endParaRPr lang="it-IT" sz="7200" b="1" i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12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chemeClr val="accent5">
                <a:lumMod val="75000"/>
              </a:schemeClr>
            </a:gs>
            <a:gs pos="100000">
              <a:srgbClr val="FF00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39552" y="188640"/>
            <a:ext cx="8229600" cy="589411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it-IT" sz="5400" b="1" dirty="0" smtClean="0">
                <a:latin typeface="Candara" panose="020E0502030303020204" pitchFamily="34" charset="0"/>
              </a:rPr>
              <a:t>FIUME, FIUME TU CHE VAI E CI PORTI NELLA TERRA CHE</a:t>
            </a:r>
          </a:p>
          <a:p>
            <a:pPr marL="0" indent="0" algn="ctr">
              <a:buNone/>
            </a:pPr>
            <a:r>
              <a:rPr lang="it-IT" sz="5400" b="1" dirty="0" smtClean="0">
                <a:latin typeface="Candara" panose="020E0502030303020204" pitchFamily="34" charset="0"/>
              </a:rPr>
              <a:t>IL SIGNORE HA DATO A NOI </a:t>
            </a:r>
          </a:p>
          <a:p>
            <a:pPr marL="0" indent="0" algn="ctr">
              <a:buNone/>
            </a:pPr>
            <a:r>
              <a:rPr lang="it-IT" sz="5400" b="1" dirty="0" smtClean="0">
                <a:latin typeface="Candara" panose="020E0502030303020204" pitchFamily="34" charset="0"/>
              </a:rPr>
              <a:t>CHE LOTTIAMO PER RAGGIUNGERLA</a:t>
            </a:r>
            <a:endParaRPr lang="it-IT" sz="60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61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chemeClr val="accent5">
                <a:lumMod val="75000"/>
              </a:schemeClr>
            </a:gs>
            <a:gs pos="100000">
              <a:srgbClr val="FF00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51520" y="332656"/>
            <a:ext cx="8435280" cy="579350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000" b="1" dirty="0" smtClean="0">
                <a:latin typeface="Candara" panose="020E0502030303020204" pitchFamily="34" charset="0"/>
              </a:rPr>
              <a:t>NON TARDARE, NON FERMARTI MAI,</a:t>
            </a:r>
          </a:p>
          <a:p>
            <a:pPr marL="0" indent="0" algn="ctr">
              <a:buNone/>
            </a:pPr>
            <a:r>
              <a:rPr lang="it-IT" sz="4000" b="1" dirty="0" smtClean="0">
                <a:latin typeface="Candara" panose="020E0502030303020204" pitchFamily="34" charset="0"/>
              </a:rPr>
              <a:t>STO’ MUOVENDO GLI STANCHI PASSI MIEI</a:t>
            </a:r>
          </a:p>
          <a:p>
            <a:pPr marL="0" indent="0" algn="ctr">
              <a:buNone/>
            </a:pPr>
            <a:r>
              <a:rPr lang="it-IT" sz="4000" b="1" dirty="0" smtClean="0">
                <a:latin typeface="Candara" panose="020E0502030303020204" pitchFamily="34" charset="0"/>
              </a:rPr>
              <a:t>NON TARDARE, NON FERMARTI MAI,</a:t>
            </a:r>
          </a:p>
          <a:p>
            <a:pPr marL="0" indent="0" algn="ctr">
              <a:buNone/>
            </a:pPr>
            <a:r>
              <a:rPr lang="it-IT" sz="4000" b="1" dirty="0" smtClean="0">
                <a:latin typeface="Candara" panose="020E0502030303020204" pitchFamily="34" charset="0"/>
              </a:rPr>
              <a:t>STO’ MUOVENDO GLI STANCHI PASSI MIEI</a:t>
            </a:r>
          </a:p>
          <a:p>
            <a:pPr marL="0" indent="0" algn="ctr">
              <a:buNone/>
            </a:pPr>
            <a:r>
              <a:rPr lang="it-IT" sz="4000" b="1" dirty="0" smtClean="0">
                <a:latin typeface="Candara" panose="020E0502030303020204" pitchFamily="34" charset="0"/>
              </a:rPr>
              <a:t>RAGGIUNGERO’ CON TE</a:t>
            </a:r>
          </a:p>
          <a:p>
            <a:pPr marL="0" indent="0" algn="ctr">
              <a:buNone/>
            </a:pPr>
            <a:r>
              <a:rPr lang="it-IT" sz="4000" b="1" dirty="0" smtClean="0">
                <a:latin typeface="Candara" panose="020E0502030303020204" pitchFamily="34" charset="0"/>
              </a:rPr>
              <a:t>LA FELICITA’.</a:t>
            </a:r>
            <a:endParaRPr lang="it-IT" sz="40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51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chemeClr val="accent5">
                <a:lumMod val="75000"/>
              </a:schemeClr>
            </a:gs>
            <a:gs pos="100000">
              <a:srgbClr val="FF00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404664"/>
            <a:ext cx="8291264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400" b="1" dirty="0" smtClean="0">
                <a:latin typeface="Candara" panose="020E0502030303020204" pitchFamily="34" charset="0"/>
              </a:rPr>
              <a:t>QUANDO ARRIVERO’, TUTTO SPLENDERA’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andara" panose="020E0502030303020204" pitchFamily="34" charset="0"/>
              </a:rPr>
              <a:t>QUANDO ARRIVERO’ 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andara" panose="020E0502030303020204" pitchFamily="34" charset="0"/>
              </a:rPr>
              <a:t>IO RESTERO’ CON TE, SIGNOR.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andara" panose="020E0502030303020204" pitchFamily="34" charset="0"/>
              </a:rPr>
              <a:t>QUANDO ARRIVERO’, TUTTO SPLENDERA’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andara" panose="020E0502030303020204" pitchFamily="34" charset="0"/>
              </a:rPr>
              <a:t>QUANDO ARRIVERO’ 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andara" panose="020E0502030303020204" pitchFamily="34" charset="0"/>
              </a:rPr>
              <a:t>IO RESTERO’ CON TE.</a:t>
            </a:r>
            <a:endParaRPr lang="it-IT" sz="44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793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chemeClr val="accent5">
                <a:lumMod val="75000"/>
              </a:schemeClr>
            </a:gs>
            <a:gs pos="100000">
              <a:srgbClr val="FF00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332656"/>
            <a:ext cx="8291264" cy="579350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b="1" dirty="0" smtClean="0">
                <a:latin typeface="Candara" panose="020E0502030303020204" pitchFamily="34" charset="0"/>
              </a:rPr>
              <a:t>FIUME, FIUME TU CHE VAI E CI PORTI NELLA TERRA CHE</a:t>
            </a:r>
          </a:p>
          <a:p>
            <a:pPr marL="0" indent="0" algn="ctr">
              <a:buNone/>
            </a:pPr>
            <a:r>
              <a:rPr lang="it-IT" sz="5400" b="1" dirty="0" smtClean="0">
                <a:latin typeface="Candara" panose="020E0502030303020204" pitchFamily="34" charset="0"/>
              </a:rPr>
              <a:t>IL SIGNORE HA DATO A NOI </a:t>
            </a:r>
          </a:p>
          <a:p>
            <a:pPr marL="0" indent="0" algn="ctr">
              <a:buNone/>
            </a:pPr>
            <a:r>
              <a:rPr lang="it-IT" sz="5400" b="1" dirty="0" smtClean="0">
                <a:latin typeface="Candara" panose="020E0502030303020204" pitchFamily="34" charset="0"/>
              </a:rPr>
              <a:t>CHE LOTTIAMO PER RAGGIUNGERLA</a:t>
            </a:r>
          </a:p>
          <a:p>
            <a:pPr marL="0" indent="0" algn="ctr">
              <a:buNone/>
            </a:pPr>
            <a:endParaRPr lang="it-IT" sz="54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09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chemeClr val="accent5">
                <a:lumMod val="75000"/>
              </a:schemeClr>
            </a:gs>
            <a:gs pos="100000">
              <a:srgbClr val="FF00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476672"/>
            <a:ext cx="8291264" cy="5649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400" b="1" dirty="0" smtClean="0">
                <a:latin typeface="Candara" panose="020E0502030303020204" pitchFamily="34" charset="0"/>
              </a:rPr>
              <a:t>RESTEREMO LUNGO LE TUE RIVE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andara" panose="020E0502030303020204" pitchFamily="34" charset="0"/>
              </a:rPr>
              <a:t>DOVE L’ERBA E’ SEMPRE VERDE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andara" panose="020E0502030303020204" pitchFamily="34" charset="0"/>
              </a:rPr>
              <a:t>DOVE IL CIELO PIU’ NON PIANGERA’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andara" panose="020E0502030303020204" pitchFamily="34" charset="0"/>
              </a:rPr>
              <a:t>DOVE IL SOLE MAI SI FERMERA’,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andara" panose="020E0502030303020204" pitchFamily="34" charset="0"/>
              </a:rPr>
              <a:t>RAGGIUNGERO’ CON TE LA FELICITA’.</a:t>
            </a:r>
            <a:endParaRPr lang="it-IT" sz="44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58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chemeClr val="accent5">
                <a:lumMod val="75000"/>
              </a:schemeClr>
            </a:gs>
            <a:gs pos="100000">
              <a:srgbClr val="FF00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260648"/>
            <a:ext cx="8219256" cy="586551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400" b="1" dirty="0" smtClean="0">
                <a:latin typeface="Candara" panose="020E0502030303020204" pitchFamily="34" charset="0"/>
              </a:rPr>
              <a:t>QUANDO ARRIVERO’, TUTTO SPLENDERA’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andara" panose="020E0502030303020204" pitchFamily="34" charset="0"/>
              </a:rPr>
              <a:t>QUANDO ARRIVERO’ 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andara" panose="020E0502030303020204" pitchFamily="34" charset="0"/>
              </a:rPr>
              <a:t>IO RESTERO’ CON TE, SIGNOR.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andara" panose="020E0502030303020204" pitchFamily="34" charset="0"/>
              </a:rPr>
              <a:t>QUANDO ARRIVERO’, TUTTO SPLENDERA’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andara" panose="020E0502030303020204" pitchFamily="34" charset="0"/>
              </a:rPr>
              <a:t>QUANDO ARRIVERO’ 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andara" panose="020E0502030303020204" pitchFamily="34" charset="0"/>
              </a:rPr>
              <a:t>IO RESTERO’ CON TE.</a:t>
            </a:r>
            <a:endParaRPr lang="it-IT" sz="44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57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179</Words>
  <Application>Microsoft Office PowerPoint</Application>
  <PresentationFormat>Presentazione su schermo (4:3)</PresentationFormat>
  <Paragraphs>30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FIUME, FIUME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FIUME, FIUME</dc:title>
  <dc:creator>P A O L O</dc:creator>
  <cp:lastModifiedBy>GRUPPO MERATE</cp:lastModifiedBy>
  <cp:revision>6</cp:revision>
  <dcterms:created xsi:type="dcterms:W3CDTF">2014-02-14T09:30:52Z</dcterms:created>
  <dcterms:modified xsi:type="dcterms:W3CDTF">2014-03-29T08:28:12Z</dcterms:modified>
</cp:coreProperties>
</file>