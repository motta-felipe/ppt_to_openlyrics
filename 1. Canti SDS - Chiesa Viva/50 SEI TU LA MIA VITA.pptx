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6699"/>
    <a:srgbClr val="FF00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74" autoAdjust="0"/>
    <p:restoredTop sz="94639" autoAdjust="0"/>
  </p:normalViewPr>
  <p:slideViewPr>
    <p:cSldViewPr>
      <p:cViewPr>
        <p:scale>
          <a:sx n="50" d="100"/>
          <a:sy n="50" d="100"/>
        </p:scale>
        <p:origin x="-366" y="-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0C78-567D-4BE3-9412-0667E5DB9A80}" type="datetimeFigureOut">
              <a:rPr lang="it-IT" smtClean="0"/>
              <a:pPr/>
              <a:t>05/09/2012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1963-C748-4F78-AF1C-933A57CEC8E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0C78-567D-4BE3-9412-0667E5DB9A80}" type="datetimeFigureOut">
              <a:rPr lang="it-IT" smtClean="0"/>
              <a:pPr/>
              <a:t>05/09/2012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1963-C748-4F78-AF1C-933A57CEC8E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0C78-567D-4BE3-9412-0667E5DB9A80}" type="datetimeFigureOut">
              <a:rPr lang="it-IT" smtClean="0"/>
              <a:pPr/>
              <a:t>05/09/2012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1963-C748-4F78-AF1C-933A57CEC8E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0C78-567D-4BE3-9412-0667E5DB9A80}" type="datetimeFigureOut">
              <a:rPr lang="it-IT" smtClean="0"/>
              <a:pPr/>
              <a:t>05/09/2012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1963-C748-4F78-AF1C-933A57CEC8E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0C78-567D-4BE3-9412-0667E5DB9A80}" type="datetimeFigureOut">
              <a:rPr lang="it-IT" smtClean="0"/>
              <a:pPr/>
              <a:t>05/09/2012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1963-C748-4F78-AF1C-933A57CEC8E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0C78-567D-4BE3-9412-0667E5DB9A80}" type="datetimeFigureOut">
              <a:rPr lang="it-IT" smtClean="0"/>
              <a:pPr/>
              <a:t>05/09/2012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1963-C748-4F78-AF1C-933A57CEC8E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0C78-567D-4BE3-9412-0667E5DB9A80}" type="datetimeFigureOut">
              <a:rPr lang="it-IT" smtClean="0"/>
              <a:pPr/>
              <a:t>05/09/2012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1963-C748-4F78-AF1C-933A57CEC8E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0C78-567D-4BE3-9412-0667E5DB9A80}" type="datetimeFigureOut">
              <a:rPr lang="it-IT" smtClean="0"/>
              <a:pPr/>
              <a:t>05/09/2012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1963-C748-4F78-AF1C-933A57CEC8E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0C78-567D-4BE3-9412-0667E5DB9A80}" type="datetimeFigureOut">
              <a:rPr lang="it-IT" smtClean="0"/>
              <a:pPr/>
              <a:t>05/09/2012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1963-C748-4F78-AF1C-933A57CEC8E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0C78-567D-4BE3-9412-0667E5DB9A80}" type="datetimeFigureOut">
              <a:rPr lang="it-IT" smtClean="0"/>
              <a:pPr/>
              <a:t>05/09/2012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1963-C748-4F78-AF1C-933A57CEC8E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0C78-567D-4BE3-9412-0667E5DB9A80}" type="datetimeFigureOut">
              <a:rPr lang="it-IT" smtClean="0"/>
              <a:pPr/>
              <a:t>05/09/2012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1963-C748-4F78-AF1C-933A57CEC8E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90C78-567D-4BE3-9412-0667E5DB9A80}" type="datetimeFigureOut">
              <a:rPr lang="it-IT" smtClean="0"/>
              <a:pPr/>
              <a:t>05/09/2012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531963-C748-4F78-AF1C-933A57CEC8EA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8000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it-IT" sz="7200" dirty="0" smtClean="0">
                <a:solidFill>
                  <a:srgbClr val="FF0066"/>
                </a:solidFill>
                <a:latin typeface="Agency FB" pitchFamily="34" charset="0"/>
              </a:rPr>
              <a:t>Sei tu la mia vita</a:t>
            </a:r>
            <a:endParaRPr lang="it-IT" sz="7200" dirty="0">
              <a:solidFill>
                <a:srgbClr val="FF0066"/>
              </a:solidFill>
              <a:latin typeface="Agency FB" pitchFamily="34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FFFF00"/>
          </a:solidFill>
        </p:spPr>
        <p:txBody>
          <a:bodyPr/>
          <a:lstStyle/>
          <a:p>
            <a:pPr>
              <a:buNone/>
            </a:pPr>
            <a:r>
              <a:rPr lang="it-IT" sz="8000" dirty="0" smtClean="0">
                <a:solidFill>
                  <a:srgbClr val="FF0000"/>
                </a:solidFill>
                <a:latin typeface="Agency FB" pitchFamily="34" charset="0"/>
              </a:rPr>
              <a:t>Sei tu la mia vita,</a:t>
            </a:r>
          </a:p>
          <a:p>
            <a:pPr>
              <a:buNone/>
            </a:pPr>
            <a:r>
              <a:rPr lang="it-IT" sz="8000" dirty="0" smtClean="0">
                <a:solidFill>
                  <a:srgbClr val="FF0000"/>
                </a:solidFill>
                <a:latin typeface="Agency FB" pitchFamily="34" charset="0"/>
              </a:rPr>
              <a:t>Sei tu la mia forza,</a:t>
            </a:r>
          </a:p>
          <a:p>
            <a:pPr>
              <a:buNone/>
            </a:pPr>
            <a:r>
              <a:rPr lang="it-IT" sz="8000" dirty="0" smtClean="0">
                <a:solidFill>
                  <a:srgbClr val="FF0000"/>
                </a:solidFill>
                <a:latin typeface="Agency FB" pitchFamily="34" charset="0"/>
              </a:rPr>
              <a:t>La mia speranza,</a:t>
            </a:r>
          </a:p>
          <a:p>
            <a:pPr>
              <a:buNone/>
            </a:pPr>
            <a:r>
              <a:rPr lang="it-IT" sz="8000" dirty="0" smtClean="0">
                <a:solidFill>
                  <a:srgbClr val="FF0000"/>
                </a:solidFill>
                <a:latin typeface="Agency FB" pitchFamily="34" charset="0"/>
              </a:rPr>
              <a:t>Sei tu, oh Signor! (x2)</a:t>
            </a:r>
          </a:p>
          <a:p>
            <a:pPr>
              <a:buNone/>
            </a:pPr>
            <a:endParaRPr lang="it-IT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FFFF00"/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it-IT" sz="7200" dirty="0" smtClean="0">
                <a:solidFill>
                  <a:srgbClr val="FF0000"/>
                </a:solidFill>
                <a:latin typeface="Agency FB" pitchFamily="34" charset="0"/>
              </a:rPr>
              <a:t>E con tutto il mio cuor loderò.</a:t>
            </a:r>
          </a:p>
          <a:p>
            <a:pPr>
              <a:buNone/>
            </a:pPr>
            <a:r>
              <a:rPr lang="it-IT" sz="7200" dirty="0" smtClean="0">
                <a:solidFill>
                  <a:srgbClr val="FF0000"/>
                </a:solidFill>
                <a:latin typeface="Agency FB" pitchFamily="34" charset="0"/>
              </a:rPr>
              <a:t>E con tutta la forza amerò.</a:t>
            </a:r>
          </a:p>
          <a:p>
            <a:pPr>
              <a:buNone/>
            </a:pPr>
            <a:r>
              <a:rPr lang="it-IT" sz="7200" dirty="0" smtClean="0">
                <a:solidFill>
                  <a:srgbClr val="FF0000"/>
                </a:solidFill>
                <a:latin typeface="Agency FB" pitchFamily="34" charset="0"/>
              </a:rPr>
              <a:t>Il mio grande Iddio, il mio Salvator!</a:t>
            </a:r>
          </a:p>
          <a:p>
            <a:pPr>
              <a:buNone/>
            </a:pPr>
            <a:r>
              <a:rPr lang="it-IT" sz="7200" dirty="0" smtClean="0">
                <a:solidFill>
                  <a:srgbClr val="FF0000"/>
                </a:solidFill>
                <a:latin typeface="Agency FB" pitchFamily="34" charset="0"/>
              </a:rPr>
              <a:t>Solo in Gesù spererò!</a:t>
            </a:r>
            <a:endParaRPr lang="it-IT" sz="7200" dirty="0">
              <a:solidFill>
                <a:srgbClr val="FF0000"/>
              </a:solidFill>
              <a:latin typeface="Agency FB" pitchFamily="34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FFFF00"/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it-IT" sz="8500" dirty="0" smtClean="0">
                <a:solidFill>
                  <a:srgbClr val="FF0000"/>
                </a:solidFill>
                <a:latin typeface="Agency FB" pitchFamily="34" charset="0"/>
              </a:rPr>
              <a:t>Sei tu la mia vita,</a:t>
            </a:r>
          </a:p>
          <a:p>
            <a:pPr>
              <a:buNone/>
            </a:pPr>
            <a:r>
              <a:rPr lang="it-IT" sz="8500" dirty="0" smtClean="0">
                <a:solidFill>
                  <a:srgbClr val="FF0000"/>
                </a:solidFill>
                <a:latin typeface="Agency FB" pitchFamily="34" charset="0"/>
              </a:rPr>
              <a:t>Sei tu la mia forza,</a:t>
            </a:r>
          </a:p>
          <a:p>
            <a:pPr>
              <a:buNone/>
            </a:pPr>
            <a:r>
              <a:rPr lang="it-IT" sz="8500" dirty="0" smtClean="0">
                <a:solidFill>
                  <a:srgbClr val="FF0000"/>
                </a:solidFill>
                <a:latin typeface="Agency FB" pitchFamily="34" charset="0"/>
              </a:rPr>
              <a:t>La mia speranza,</a:t>
            </a:r>
          </a:p>
          <a:p>
            <a:pPr>
              <a:buNone/>
            </a:pPr>
            <a:r>
              <a:rPr lang="it-IT" sz="8500" dirty="0" smtClean="0">
                <a:solidFill>
                  <a:srgbClr val="FF0000"/>
                </a:solidFill>
                <a:latin typeface="Agency FB" pitchFamily="34" charset="0"/>
              </a:rPr>
              <a:t>Sei tu, oh Signor! 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FFFF00"/>
          </a:solidFill>
        </p:spPr>
        <p:txBody>
          <a:bodyPr/>
          <a:lstStyle/>
          <a:p>
            <a:pPr>
              <a:buNone/>
            </a:pPr>
            <a:r>
              <a:rPr lang="it-IT" sz="7200" dirty="0" smtClean="0">
                <a:solidFill>
                  <a:srgbClr val="FF0000"/>
                </a:solidFill>
                <a:latin typeface="Agency FB" pitchFamily="34" charset="0"/>
              </a:rPr>
              <a:t>Sei tu la mia vita,</a:t>
            </a:r>
          </a:p>
          <a:p>
            <a:pPr>
              <a:buNone/>
            </a:pPr>
            <a:r>
              <a:rPr lang="it-IT" sz="7200" dirty="0" smtClean="0">
                <a:solidFill>
                  <a:srgbClr val="FF0000"/>
                </a:solidFill>
                <a:latin typeface="Agency FB" pitchFamily="34" charset="0"/>
              </a:rPr>
              <a:t>Sei tu la mia forza,</a:t>
            </a:r>
          </a:p>
          <a:p>
            <a:pPr>
              <a:buNone/>
            </a:pPr>
            <a:r>
              <a:rPr lang="it-IT" sz="7200" dirty="0" smtClean="0">
                <a:solidFill>
                  <a:srgbClr val="FF0000"/>
                </a:solidFill>
                <a:latin typeface="Agency FB" pitchFamily="34" charset="0"/>
              </a:rPr>
              <a:t>La mia speranza,</a:t>
            </a:r>
          </a:p>
          <a:p>
            <a:pPr>
              <a:buNone/>
            </a:pPr>
            <a:r>
              <a:rPr lang="it-IT" sz="7200" dirty="0" smtClean="0">
                <a:solidFill>
                  <a:srgbClr val="FF0000"/>
                </a:solidFill>
                <a:latin typeface="Agency FB" pitchFamily="34" charset="0"/>
              </a:rPr>
              <a:t>Sei tu, oh Signor! </a:t>
            </a:r>
          </a:p>
          <a:p>
            <a:pPr>
              <a:buNone/>
            </a:pPr>
            <a:r>
              <a:rPr lang="it-IT" sz="7200" dirty="0" err="1" smtClean="0">
                <a:solidFill>
                  <a:srgbClr val="FF0000"/>
                </a:solidFill>
                <a:latin typeface="Agency FB" pitchFamily="34" charset="0"/>
              </a:rPr>
              <a:t>Gesù…</a:t>
            </a:r>
            <a:endParaRPr lang="it-IT" sz="7200" dirty="0" smtClean="0">
              <a:solidFill>
                <a:srgbClr val="FF0000"/>
              </a:solidFill>
              <a:latin typeface="Agency FB" pitchFamily="34" charset="0"/>
            </a:endParaRPr>
          </a:p>
          <a:p>
            <a:pPr>
              <a:buNone/>
            </a:pPr>
            <a:endParaRPr lang="it-IT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105</Words>
  <Application>Microsoft Office PowerPoint</Application>
  <PresentationFormat>Presentazione su schermo (4:3)</PresentationFormat>
  <Paragraphs>18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Sei tu la mia vita</vt:lpstr>
      <vt:lpstr>Diapositiva 2</vt:lpstr>
      <vt:lpstr>Diapositiva 3</vt:lpstr>
      <vt:lpstr>Diapositiva 4</vt:lpstr>
      <vt:lpstr>Diapositiva 5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 tu la mia vita</dc:title>
  <dc:creator>UTENTE</dc:creator>
  <cp:lastModifiedBy>UTENTE</cp:lastModifiedBy>
  <cp:revision>4</cp:revision>
  <dcterms:created xsi:type="dcterms:W3CDTF">2012-07-04T14:04:41Z</dcterms:created>
  <dcterms:modified xsi:type="dcterms:W3CDTF">2012-09-05T16:26:02Z</dcterms:modified>
</cp:coreProperties>
</file>