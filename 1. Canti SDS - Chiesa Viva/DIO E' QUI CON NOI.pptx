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747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8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2B43B-B40F-4A92-B6C0-816A33D87F46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D3376-7931-4A1A-B78C-47522F188D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D3376-7931-4A1A-B78C-47522F188DE4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5801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636" y="0"/>
            <a:ext cx="5220072" cy="6858000"/>
          </a:xfrm>
          <a:prstGeom prst="rect">
            <a:avLst/>
          </a:prstGeom>
        </p:spPr>
      </p:pic>
      <p:sp>
        <p:nvSpPr>
          <p:cNvPr id="7" name="Titolo 6"/>
          <p:cNvSpPr>
            <a:spLocks noGrp="1"/>
          </p:cNvSpPr>
          <p:nvPr>
            <p:ph type="ctrTitle"/>
          </p:nvPr>
        </p:nvSpPr>
        <p:spPr>
          <a:xfrm>
            <a:off x="5190436" y="0"/>
            <a:ext cx="3953564" cy="6858000"/>
          </a:xfrm>
          <a:solidFill>
            <a:srgbClr val="FF9900"/>
          </a:solidFill>
        </p:spPr>
        <p:txBody>
          <a:bodyPr>
            <a:noAutofit/>
          </a:bodyPr>
          <a:lstStyle/>
          <a:p>
            <a:r>
              <a:rPr lang="it-IT" sz="6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</a:t>
            </a:r>
            <a:r>
              <a:rPr lang="it-IT" sz="66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io è qui con noi!</a:t>
            </a:r>
            <a:endParaRPr lang="it-IT" sz="66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20473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00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D</a:t>
            </a: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io è qui con noi, </a:t>
            </a:r>
          </a:p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sicuro come l’aria che respiro,</a:t>
            </a:r>
          </a:p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sicuro come il sole sorge nel mattino</a:t>
            </a:r>
          </a:p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sicuro come sto’ cantando, lo puoi sentir. (x2)</a:t>
            </a:r>
            <a:endParaRPr lang="it-IT" sz="5400" b="1" dirty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14539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00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</a:t>
            </a: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 puoi sentir qui in questo istante,</a:t>
            </a:r>
          </a:p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lo puoi sentir dentro al tuo cuor,</a:t>
            </a:r>
          </a:p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lo puoi provare in tutti i tuoi problemi</a:t>
            </a:r>
          </a:p>
          <a:p>
            <a:pPr marL="0" indent="0" algn="ctr">
              <a:buNone/>
            </a:pPr>
            <a:r>
              <a:rPr lang="it-IT" sz="5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lo puoi sentir, Dio è qui.</a:t>
            </a:r>
            <a:endParaRPr lang="it-IT" sz="5400" b="1" dirty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74273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00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D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ios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esta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aqui</a:t>
            </a:r>
            <a:endParaRPr lang="it-IT" sz="48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indent="0" algn="ctr">
              <a:buNone/>
            </a:pP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tan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cierto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como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el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aire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que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respiro,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tan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cierto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como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la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manana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se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levanta</a:t>
            </a:r>
            <a:endParaRPr lang="it-IT" sz="48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indent="0" algn="ctr">
              <a:buNone/>
            </a:pP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tan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cierto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como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yo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te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hablo</a:t>
            </a:r>
            <a:endParaRPr lang="it-IT" sz="48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indent="0" algn="ctr">
              <a:buNone/>
            </a:pP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y me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puedes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8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oir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. </a:t>
            </a:r>
            <a:r>
              <a:rPr lang="it-IT" sz="48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(</a:t>
            </a:r>
            <a:r>
              <a:rPr lang="it-IT" sz="48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x2)</a:t>
            </a:r>
            <a:endParaRPr lang="it-IT" sz="4800" b="1" dirty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687583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9900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puede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sentir en este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mismo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istante</a:t>
            </a:r>
          </a:p>
          <a:p>
            <a:pPr marL="0" indent="0" algn="ctr">
              <a:buNone/>
            </a:pP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lo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puede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sentir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muy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cerca de tu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corazon</a:t>
            </a:r>
            <a:endParaRPr lang="it-IT" sz="4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indent="0" algn="ctr">
              <a:buNone/>
            </a:pP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te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puede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ayudar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</a:p>
          <a:p>
            <a:pPr marL="0" indent="0" algn="ctr">
              <a:buNone/>
            </a:pP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en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ese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problema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que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tienes</a:t>
            </a:r>
            <a:endParaRPr lang="it-IT" sz="4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indent="0" algn="ctr">
              <a:buNone/>
            </a:pPr>
            <a:r>
              <a:rPr lang="it-IT" sz="44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J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esus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esta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aqui</a:t>
            </a:r>
            <a:endParaRPr lang="it-IT" sz="4400" b="1" dirty="0" smtClean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  <a:p>
            <a:pPr marL="0" indent="0" algn="ctr">
              <a:buNone/>
            </a:pP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si tu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quieres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, lo </a:t>
            </a:r>
            <a:r>
              <a:rPr lang="it-IT" sz="4400" b="1" dirty="0" err="1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puede</a:t>
            </a:r>
            <a:r>
              <a:rPr lang="it-IT" sz="4400" b="1" dirty="0" smtClean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sentir.</a:t>
            </a:r>
            <a:endParaRPr lang="it-IT" sz="4400" b="1" dirty="0">
              <a:solidFill>
                <a:schemeClr val="tx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242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137</Words>
  <Application>Microsoft Office PowerPoint</Application>
  <PresentationFormat>Presentazione su schermo (4:3)</PresentationFormat>
  <Paragraphs>21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Dio è qui con noi!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Gruppo Merate-Olgiat</cp:lastModifiedBy>
  <cp:revision>6</cp:revision>
  <dcterms:modified xsi:type="dcterms:W3CDTF">2013-07-05T16:07:08Z</dcterms:modified>
</cp:coreProperties>
</file>