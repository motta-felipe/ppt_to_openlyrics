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2" r:id="rId10"/>
    <p:sldId id="264" r:id="rId1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A50021"/>
    <a:srgbClr val="660033"/>
    <a:srgbClr val="FFFF66"/>
    <a:srgbClr val="FF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4656-9D12-411B-8AD0-D860E28A51C3}" type="datetimeFigureOut">
              <a:rPr lang="it-IT" smtClean="0"/>
              <a:pPr/>
              <a:t>10/10/2012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BC111-52CB-4024-B257-E48F26E87B7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prstTxWarp prst="textStop">
              <a:avLst/>
            </a:prstTxWarp>
            <a:spAutoFit/>
          </a:bodyPr>
          <a:lstStyle/>
          <a:p>
            <a:pPr algn="ctr"/>
            <a:r>
              <a:rPr lang="it-IT" sz="115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GIOVENTU’ </a:t>
            </a:r>
          </a:p>
          <a:p>
            <a:pPr algn="ctr"/>
            <a:r>
              <a:rPr lang="it-IT" sz="115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ALZATI </a:t>
            </a:r>
          </a:p>
          <a:p>
            <a:pPr algn="ctr"/>
            <a:r>
              <a:rPr lang="it-IT" sz="115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 </a:t>
            </a:r>
            <a:r>
              <a:rPr lang="it-IT" sz="11500" b="1" dirty="0" err="1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VOLo</a:t>
            </a:r>
            <a:endParaRPr lang="it-IT" sz="115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404664"/>
            <a:ext cx="9144000" cy="5909310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5400" dirty="0" smtClean="0"/>
              <a:t>GIOVANE </a:t>
            </a:r>
            <a:r>
              <a:rPr lang="it-IT" sz="5400" dirty="0" err="1" smtClean="0"/>
              <a:t>D’OGGI</a:t>
            </a:r>
            <a:r>
              <a:rPr lang="it-IT" sz="5400" dirty="0" smtClean="0"/>
              <a:t>, GESU’  TI CHIAMA </a:t>
            </a:r>
          </a:p>
          <a:p>
            <a:r>
              <a:rPr lang="it-IT" sz="5400" dirty="0" smtClean="0"/>
              <a:t>RISPONDIGLI, LA VITA E’ BREVE, NON </a:t>
            </a:r>
            <a:r>
              <a:rPr lang="it-IT" sz="5400" dirty="0" err="1" smtClean="0"/>
              <a:t>C’E</a:t>
            </a:r>
            <a:r>
              <a:rPr lang="it-IT" sz="5400" dirty="0" smtClean="0"/>
              <a:t>’ IL DOMANI</a:t>
            </a:r>
          </a:p>
          <a:p>
            <a:r>
              <a:rPr lang="it-IT" sz="5400" dirty="0" smtClean="0"/>
              <a:t>RICORDATI DEL TUO CREATOR</a:t>
            </a:r>
          </a:p>
          <a:p>
            <a:r>
              <a:rPr lang="it-IT" sz="5400" dirty="0" smtClean="0"/>
              <a:t>DONAGLI  LA TUA  GIOVENTU’ E IL TUO VIGORE.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4000" dirty="0" smtClean="0"/>
              <a:t>CON FEDE E VALOR ROMPI IL SILENZIO</a:t>
            </a:r>
          </a:p>
          <a:p>
            <a:r>
              <a:rPr lang="it-IT" sz="4000" dirty="0" smtClean="0"/>
              <a:t>GRIDA A TUTTI LA BUONA NOTIZIA DELLA SALVEZZA.</a:t>
            </a:r>
          </a:p>
          <a:p>
            <a:endParaRPr lang="it-IT" sz="4000" dirty="0"/>
          </a:p>
          <a:p>
            <a:r>
              <a:rPr lang="it-IT" sz="4000" dirty="0" smtClean="0"/>
              <a:t>GIOVENTU’ ALZATI IN VOLO </a:t>
            </a:r>
          </a:p>
          <a:p>
            <a:r>
              <a:rPr lang="it-IT" sz="4000" dirty="0" smtClean="0"/>
              <a:t>PRENDI LA SPADA DELLO SPIRITO</a:t>
            </a:r>
          </a:p>
          <a:p>
            <a:r>
              <a:rPr lang="it-IT" sz="4000" dirty="0" smtClean="0"/>
              <a:t>ESSA E’ PAROLA </a:t>
            </a:r>
            <a:r>
              <a:rPr lang="it-IT" sz="4000" dirty="0" err="1" smtClean="0"/>
              <a:t>DI</a:t>
            </a:r>
            <a:r>
              <a:rPr lang="it-IT" sz="4000" dirty="0" smtClean="0"/>
              <a:t> DIO.</a:t>
            </a:r>
          </a:p>
          <a:p>
            <a:endParaRPr lang="it-IT" sz="4000" dirty="0"/>
          </a:p>
          <a:p>
            <a:r>
              <a:rPr lang="it-IT" sz="4000" dirty="0" smtClean="0"/>
              <a:t>GIOVENTU’ ALZATI IN VOLO</a:t>
            </a:r>
          </a:p>
          <a:p>
            <a:r>
              <a:rPr lang="it-IT" sz="4000" dirty="0" smtClean="0"/>
              <a:t>PRENDI LO SCUDO DELLA FEDE</a:t>
            </a:r>
          </a:p>
          <a:p>
            <a:r>
              <a:rPr lang="it-IT" sz="4000" dirty="0" smtClean="0"/>
              <a:t>E L’ ARMATURA </a:t>
            </a:r>
            <a:r>
              <a:rPr lang="it-IT" sz="4000" dirty="0" err="1" smtClean="0"/>
              <a:t>DI</a:t>
            </a:r>
            <a:r>
              <a:rPr lang="it-IT" sz="4000" dirty="0" smtClean="0"/>
              <a:t> DIO.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0"/>
            <a:ext cx="9144000" cy="61247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9800" dirty="0" smtClean="0"/>
              <a:t>LA NOSTRA LOTTA NON E’ CONTRO SANGUE NE CARNE (BIS)</a:t>
            </a:r>
            <a:endParaRPr lang="it-IT" sz="9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39552" y="476672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0" y="404664"/>
            <a:ext cx="9144000" cy="5940088"/>
          </a:xfrm>
          <a:prstGeom prst="rect">
            <a:avLst/>
          </a:prstGeom>
          <a:solidFill>
            <a:srgbClr val="92D050"/>
          </a:solidFill>
          <a:ln w="762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it-IT" sz="4400" b="1" dirty="0" smtClean="0">
              <a:solidFill>
                <a:srgbClr val="002060"/>
              </a:solidFill>
            </a:endParaRPr>
          </a:p>
          <a:p>
            <a:r>
              <a:rPr lang="it-IT" sz="4400" b="1" dirty="0" smtClean="0">
                <a:solidFill>
                  <a:srgbClr val="002060"/>
                </a:solidFill>
              </a:rPr>
              <a:t>JOVEN </a:t>
            </a:r>
            <a:r>
              <a:rPr lang="it-IT" sz="4400" b="1" dirty="0" smtClean="0">
                <a:solidFill>
                  <a:srgbClr val="002060"/>
                </a:solidFill>
              </a:rPr>
              <a:t>DE HOY, APARTATE DEL MAL </a:t>
            </a:r>
          </a:p>
          <a:p>
            <a:r>
              <a:rPr lang="it-IT" sz="4400" b="1" dirty="0" smtClean="0">
                <a:solidFill>
                  <a:srgbClr val="002060"/>
                </a:solidFill>
              </a:rPr>
              <a:t>LA MOCEDAD Y LA JUVENTUD SON VANIDAD</a:t>
            </a:r>
          </a:p>
          <a:p>
            <a:r>
              <a:rPr lang="it-IT" sz="4400" b="1" dirty="0" smtClean="0">
                <a:solidFill>
                  <a:srgbClr val="002060"/>
                </a:solidFill>
              </a:rPr>
              <a:t>CON FE Y VALOR </a:t>
            </a:r>
          </a:p>
          <a:p>
            <a:r>
              <a:rPr lang="it-IT" sz="4400" b="1" dirty="0" smtClean="0">
                <a:solidFill>
                  <a:srgbClr val="002060"/>
                </a:solidFill>
              </a:rPr>
              <a:t>ROMPE EL SILENCIO</a:t>
            </a:r>
          </a:p>
          <a:p>
            <a:r>
              <a:rPr lang="it-IT" sz="4400" b="1" dirty="0" smtClean="0">
                <a:solidFill>
                  <a:srgbClr val="002060"/>
                </a:solidFill>
              </a:rPr>
              <a:t>PREDICA AL MUNDO LAS BUENAS NUEVAS DEL </a:t>
            </a:r>
            <a:r>
              <a:rPr lang="it-IT" sz="4400" b="1" dirty="0" smtClean="0">
                <a:solidFill>
                  <a:srgbClr val="002060"/>
                </a:solidFill>
              </a:rPr>
              <a:t>EVANGELIO</a:t>
            </a:r>
            <a:r>
              <a:rPr lang="it-IT" sz="2800" b="1" dirty="0" smtClean="0">
                <a:solidFill>
                  <a:srgbClr val="002060"/>
                </a:solidFill>
              </a:rPr>
              <a:t>.</a:t>
            </a:r>
            <a:endParaRPr lang="it-IT" sz="2800" b="1" dirty="0" smtClean="0">
              <a:solidFill>
                <a:srgbClr val="002060"/>
              </a:solidFill>
            </a:endParaRPr>
          </a:p>
          <a:p>
            <a:endParaRPr lang="it-IT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it-IT" sz="5400" b="1" dirty="0" smtClean="0">
                <a:solidFill>
                  <a:srgbClr val="002060"/>
                </a:solidFill>
              </a:rPr>
              <a:t>JUVENTUD </a:t>
            </a:r>
            <a:r>
              <a:rPr lang="it-IT" sz="5400" b="1" dirty="0" smtClean="0">
                <a:solidFill>
                  <a:srgbClr val="002060"/>
                </a:solidFill>
              </a:rPr>
              <a:t>LEVANTA EL VUELO</a:t>
            </a:r>
          </a:p>
          <a:p>
            <a:r>
              <a:rPr lang="it-IT" sz="5400" b="1" dirty="0" smtClean="0">
                <a:solidFill>
                  <a:srgbClr val="002060"/>
                </a:solidFill>
              </a:rPr>
              <a:t>TOMA LA ESPADA DEL ESPIRITU </a:t>
            </a:r>
          </a:p>
          <a:p>
            <a:r>
              <a:rPr lang="it-IT" sz="5400" b="1" dirty="0" smtClean="0">
                <a:solidFill>
                  <a:srgbClr val="002060"/>
                </a:solidFill>
              </a:rPr>
              <a:t>ES LA PALABRA DE DIOS</a:t>
            </a:r>
          </a:p>
          <a:p>
            <a:endParaRPr lang="it-IT" sz="5400" b="1" dirty="0" smtClean="0">
              <a:solidFill>
                <a:srgbClr val="002060"/>
              </a:solidFill>
            </a:endParaRPr>
          </a:p>
          <a:p>
            <a:r>
              <a:rPr lang="it-IT" sz="5400" b="1" dirty="0" smtClean="0">
                <a:solidFill>
                  <a:srgbClr val="002060"/>
                </a:solidFill>
              </a:rPr>
              <a:t>JUVENTUD LEVANTE EL VUELO</a:t>
            </a:r>
          </a:p>
          <a:p>
            <a:r>
              <a:rPr lang="it-IT" sz="5400" b="1" dirty="0" smtClean="0">
                <a:solidFill>
                  <a:srgbClr val="002060"/>
                </a:solidFill>
              </a:rPr>
              <a:t>TOMA EL ESCUEDO DE LA FE</a:t>
            </a:r>
          </a:p>
          <a:p>
            <a:r>
              <a:rPr lang="it-IT" sz="5400" b="1" dirty="0" smtClean="0">
                <a:solidFill>
                  <a:srgbClr val="002060"/>
                </a:solidFill>
              </a:rPr>
              <a:t>Y LA ARMADURA DE DIOS</a:t>
            </a:r>
            <a:r>
              <a:rPr lang="it-IT" sz="5400" b="1" dirty="0" smtClean="0">
                <a:solidFill>
                  <a:srgbClr val="002060"/>
                </a:solidFill>
              </a:rPr>
              <a:t>.</a:t>
            </a:r>
            <a:r>
              <a:rPr lang="it-IT" sz="5400" b="1" dirty="0" smtClean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404664"/>
            <a:ext cx="9144000" cy="6001643"/>
          </a:xfrm>
          <a:prstGeom prst="rect">
            <a:avLst/>
          </a:prstGeom>
          <a:solidFill>
            <a:srgbClr val="FF33CC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9600" dirty="0" smtClean="0">
                <a:solidFill>
                  <a:schemeClr val="accent3">
                    <a:lumMod val="50000"/>
                  </a:schemeClr>
                </a:solidFill>
              </a:rPr>
              <a:t>PUES NUESTRA LUCHA NO ES CONTRA SANGRE NI CARNE. (BIS)</a:t>
            </a:r>
            <a:endParaRPr lang="it-IT" sz="96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66"/>
          </a:solidFill>
          <a:ln w="88900">
            <a:solidFill>
              <a:srgbClr val="660033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5400" dirty="0" smtClean="0">
                <a:solidFill>
                  <a:srgbClr val="A50021"/>
                </a:solidFill>
              </a:rPr>
              <a:t>GIOVENTU’ ALZATI IN VOLO</a:t>
            </a:r>
          </a:p>
          <a:p>
            <a:r>
              <a:rPr lang="it-IT" sz="5400" dirty="0" smtClean="0">
                <a:solidFill>
                  <a:srgbClr val="A50021"/>
                </a:solidFill>
              </a:rPr>
              <a:t>PRENDI LA SPADA DELLO SPIRITO, ESSA E’ PAROLA </a:t>
            </a:r>
            <a:r>
              <a:rPr lang="it-IT" sz="5400" dirty="0" err="1" smtClean="0">
                <a:solidFill>
                  <a:srgbClr val="A50021"/>
                </a:solidFill>
              </a:rPr>
              <a:t>DI</a:t>
            </a:r>
            <a:r>
              <a:rPr lang="it-IT" sz="5400" dirty="0" smtClean="0">
                <a:solidFill>
                  <a:srgbClr val="A50021"/>
                </a:solidFill>
              </a:rPr>
              <a:t> DIO.</a:t>
            </a:r>
          </a:p>
          <a:p>
            <a:endParaRPr lang="it-IT" sz="5400" dirty="0" smtClean="0">
              <a:solidFill>
                <a:srgbClr val="A50021"/>
              </a:solidFill>
            </a:endParaRPr>
          </a:p>
          <a:p>
            <a:r>
              <a:rPr lang="it-IT" sz="5400" dirty="0" smtClean="0">
                <a:solidFill>
                  <a:srgbClr val="A50021"/>
                </a:solidFill>
              </a:rPr>
              <a:t>GIOVENTU’ ALZATI IN VOLO</a:t>
            </a:r>
          </a:p>
          <a:p>
            <a:r>
              <a:rPr lang="it-IT" sz="5400" dirty="0" smtClean="0">
                <a:solidFill>
                  <a:srgbClr val="A50021"/>
                </a:solidFill>
              </a:rPr>
              <a:t>PRENDI LO SCUDO DELLA FEDE E L</a:t>
            </a:r>
            <a:r>
              <a:rPr lang="it-IT" sz="5400" dirty="0" smtClean="0">
                <a:solidFill>
                  <a:srgbClr val="A50021"/>
                </a:solidFill>
              </a:rPr>
              <a:t>’ ARMATURA </a:t>
            </a:r>
            <a:r>
              <a:rPr lang="it-IT" sz="5400" dirty="0" err="1" smtClean="0">
                <a:solidFill>
                  <a:srgbClr val="A50021"/>
                </a:solidFill>
              </a:rPr>
              <a:t>DI</a:t>
            </a:r>
            <a:r>
              <a:rPr lang="it-IT" sz="5400" dirty="0" smtClean="0">
                <a:solidFill>
                  <a:srgbClr val="A50021"/>
                </a:solidFill>
              </a:rPr>
              <a:t> </a:t>
            </a:r>
            <a:r>
              <a:rPr lang="it-IT" sz="5400" dirty="0" smtClean="0">
                <a:solidFill>
                  <a:srgbClr val="A50021"/>
                </a:solidFill>
              </a:rPr>
              <a:t>DIO.</a:t>
            </a:r>
            <a:endParaRPr lang="it-IT" sz="5400" dirty="0" smtClean="0">
              <a:solidFill>
                <a:srgbClr val="A50021"/>
              </a:solidFill>
            </a:endParaRPr>
          </a:p>
          <a:p>
            <a:endParaRPr lang="it-IT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332656"/>
            <a:ext cx="9144000" cy="627864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>
            <a:solidFill>
              <a:srgbClr val="00FFF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9600" dirty="0" smtClean="0">
                <a:solidFill>
                  <a:schemeClr val="accent4">
                    <a:lumMod val="50000"/>
                  </a:schemeClr>
                </a:solidFill>
              </a:rPr>
              <a:t>LA NOSTRA LOTTA NON E’ CONTRO SANGUE NE CARNE (BIS)</a:t>
            </a:r>
          </a:p>
          <a:p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1700808"/>
            <a:ext cx="9144000" cy="433965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3800" dirty="0" smtClean="0">
                <a:latin typeface="Algerian" pitchFamily="82" charset="0"/>
              </a:rPr>
              <a:t>GIOVENTU’ UUUUU</a:t>
            </a:r>
            <a:endParaRPr lang="it-IT" sz="13800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226</Words>
  <Application>Microsoft Office PowerPoint</Application>
  <PresentationFormat>Presentazione su schermo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UTENTE</dc:creator>
  <cp:keywords>NEWS</cp:keywords>
  <cp:lastModifiedBy>UTENTE</cp:lastModifiedBy>
  <cp:revision>8</cp:revision>
  <dcterms:created xsi:type="dcterms:W3CDTF">2012-05-25T14:28:53Z</dcterms:created>
  <dcterms:modified xsi:type="dcterms:W3CDTF">2012-10-10T17:09:28Z</dcterms:modified>
</cp:coreProperties>
</file>