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2" autoAdjust="0"/>
  </p:normalViewPr>
  <p:slideViewPr>
    <p:cSldViewPr>
      <p:cViewPr>
        <p:scale>
          <a:sx n="70" d="100"/>
          <a:sy n="70" d="100"/>
        </p:scale>
        <p:origin x="-139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1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25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1054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6407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24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10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142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851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238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53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08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466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7268B-20D3-412D-B84E-7EAB9BB178EA}" type="datetimeFigureOut">
              <a:rPr lang="it-IT" smtClean="0"/>
              <a:t>07/07/2017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CE7F1-E99B-4178-A500-9668A27B05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661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smtClean="0">
                <a:solidFill>
                  <a:schemeClr val="bg1"/>
                </a:solidFill>
              </a:rPr>
              <a:t>BENEDICI IL SIGNOR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067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26469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Benedici </a:t>
            </a:r>
            <a:r>
              <a:rPr lang="it-IT" sz="4800" dirty="0" smtClean="0">
                <a:solidFill>
                  <a:schemeClr val="bg1"/>
                </a:solidFill>
              </a:rPr>
              <a:t>il Signor oh anima mia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Adora il nome suo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Canta come non hai fatto mai 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Il tuo nome </a:t>
            </a:r>
            <a:r>
              <a:rPr lang="it-IT" sz="4800" dirty="0" smtClean="0">
                <a:solidFill>
                  <a:schemeClr val="bg1"/>
                </a:solidFill>
              </a:rPr>
              <a:t>adorerò.</a:t>
            </a: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20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-315416"/>
            <a:ext cx="8229600" cy="6912768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E’ un nuovo di sta sorgendo il sole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E’ tempo di cantare a Te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Qualcosa andrà via e qualcosa </a:t>
            </a:r>
            <a:r>
              <a:rPr lang="it-IT" sz="4800" dirty="0" smtClean="0">
                <a:solidFill>
                  <a:schemeClr val="bg1"/>
                </a:solidFill>
              </a:rPr>
              <a:t>avrò </a:t>
            </a:r>
            <a:r>
              <a:rPr lang="it-IT" sz="4800" dirty="0" smtClean="0">
                <a:solidFill>
                  <a:schemeClr val="bg1"/>
                </a:solidFill>
              </a:rPr>
              <a:t>davanti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Ma fino a sera ancora </a:t>
            </a:r>
            <a:r>
              <a:rPr lang="it-IT" sz="4800" dirty="0" smtClean="0">
                <a:solidFill>
                  <a:schemeClr val="bg1"/>
                </a:solidFill>
              </a:rPr>
              <a:t>canterò.</a:t>
            </a: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3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332656"/>
            <a:ext cx="8640960" cy="619268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Benedici </a:t>
            </a:r>
            <a:r>
              <a:rPr lang="it-IT" sz="4800" dirty="0" smtClean="0">
                <a:solidFill>
                  <a:schemeClr val="bg1"/>
                </a:solidFill>
              </a:rPr>
              <a:t>il Signor oh anima mia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Adora il nome suo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Canta come non hai fatto mai 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Il tuo nome </a:t>
            </a:r>
            <a:r>
              <a:rPr lang="it-IT" sz="4800" dirty="0" smtClean="0">
                <a:solidFill>
                  <a:schemeClr val="bg1"/>
                </a:solidFill>
              </a:rPr>
              <a:t>adorerò.</a:t>
            </a: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7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404664"/>
            <a:ext cx="8496944" cy="5904656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Tu amore sei e sei lento all’ira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Tu grande sei dolce </a:t>
            </a:r>
            <a:r>
              <a:rPr lang="it-IT" sz="4800" dirty="0">
                <a:solidFill>
                  <a:schemeClr val="bg1"/>
                </a:solidFill>
              </a:rPr>
              <a:t>è</a:t>
            </a:r>
            <a:r>
              <a:rPr lang="it-IT" sz="4800" dirty="0" smtClean="0">
                <a:solidFill>
                  <a:schemeClr val="bg1"/>
                </a:solidFill>
              </a:rPr>
              <a:t> </a:t>
            </a:r>
            <a:r>
              <a:rPr lang="it-IT" sz="4800" dirty="0" smtClean="0">
                <a:solidFill>
                  <a:schemeClr val="bg1"/>
                </a:solidFill>
              </a:rPr>
              <a:t>il cuore tuo</a:t>
            </a:r>
          </a:p>
          <a:p>
            <a:pPr marL="0" indent="0" algn="ctr">
              <a:buNone/>
            </a:pPr>
            <a:r>
              <a:rPr lang="it-IT" sz="4800" dirty="0" err="1" smtClean="0">
                <a:solidFill>
                  <a:schemeClr val="bg1"/>
                </a:solidFill>
              </a:rPr>
              <a:t>Perchè</a:t>
            </a:r>
            <a:r>
              <a:rPr lang="it-IT" sz="4800" dirty="0" smtClean="0">
                <a:solidFill>
                  <a:schemeClr val="bg1"/>
                </a:solidFill>
              </a:rPr>
              <a:t> </a:t>
            </a:r>
            <a:r>
              <a:rPr lang="it-IT" sz="4800" dirty="0" smtClean="0">
                <a:solidFill>
                  <a:schemeClr val="bg1"/>
                </a:solidFill>
              </a:rPr>
              <a:t>sei buono io </a:t>
            </a:r>
            <a:r>
              <a:rPr lang="it-IT" sz="4800" dirty="0" smtClean="0">
                <a:solidFill>
                  <a:schemeClr val="bg1"/>
                </a:solidFill>
              </a:rPr>
              <a:t>potrò </a:t>
            </a:r>
            <a:r>
              <a:rPr lang="it-IT" sz="4800" dirty="0" smtClean="0">
                <a:solidFill>
                  <a:schemeClr val="bg1"/>
                </a:solidFill>
              </a:rPr>
              <a:t>cantare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Mille motivi che il mio cuore </a:t>
            </a:r>
            <a:r>
              <a:rPr lang="it-IT" sz="4800" dirty="0" smtClean="0">
                <a:solidFill>
                  <a:schemeClr val="bg1"/>
                </a:solidFill>
              </a:rPr>
              <a:t>sa.</a:t>
            </a: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89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51520" y="332656"/>
            <a:ext cx="8568952" cy="5976664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Benedici il Signor oh anima mia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Adora il nome suo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Canta come non hai fatto mai 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Il tuo nome </a:t>
            </a:r>
            <a:r>
              <a:rPr lang="it-IT" sz="4800" dirty="0" smtClean="0">
                <a:solidFill>
                  <a:schemeClr val="bg1"/>
                </a:solidFill>
              </a:rPr>
              <a:t>adorerò.</a:t>
            </a:r>
            <a:endParaRPr lang="it-IT" sz="4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191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620688"/>
            <a:ext cx="8291264" cy="5505475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Quel giorno in cui non </a:t>
            </a:r>
            <a:r>
              <a:rPr lang="it-IT" sz="4800" dirty="0" smtClean="0">
                <a:solidFill>
                  <a:schemeClr val="bg1"/>
                </a:solidFill>
              </a:rPr>
              <a:t>avrò più </a:t>
            </a:r>
            <a:r>
              <a:rPr lang="it-IT" sz="4800" dirty="0" smtClean="0">
                <a:solidFill>
                  <a:schemeClr val="bg1"/>
                </a:solidFill>
              </a:rPr>
              <a:t>forza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E quando il mio tempo </a:t>
            </a:r>
            <a:r>
              <a:rPr lang="it-IT" sz="4800" dirty="0" smtClean="0">
                <a:solidFill>
                  <a:schemeClr val="bg1"/>
                </a:solidFill>
              </a:rPr>
              <a:t>finirà</a:t>
            </a: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L’anima mia </a:t>
            </a:r>
            <a:r>
              <a:rPr lang="it-IT" sz="4800" dirty="0" smtClean="0">
                <a:solidFill>
                  <a:schemeClr val="bg1"/>
                </a:solidFill>
              </a:rPr>
              <a:t>canterà </a:t>
            </a:r>
            <a:r>
              <a:rPr lang="it-IT" sz="4800" dirty="0" smtClean="0">
                <a:solidFill>
                  <a:schemeClr val="bg1"/>
                </a:solidFill>
              </a:rPr>
              <a:t>ancora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Per mille anni e per </a:t>
            </a:r>
            <a:r>
              <a:rPr lang="it-IT" sz="4800" dirty="0" smtClean="0">
                <a:solidFill>
                  <a:schemeClr val="bg1"/>
                </a:solidFill>
              </a:rPr>
              <a:t>l’eternità.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(</a:t>
            </a:r>
            <a:r>
              <a:rPr lang="it-IT" sz="4800" i="1" dirty="0" smtClean="0">
                <a:solidFill>
                  <a:schemeClr val="bg1"/>
                </a:solidFill>
              </a:rPr>
              <a:t>Pausa</a:t>
            </a:r>
            <a:r>
              <a:rPr lang="it-IT" sz="4800" dirty="0" smtClean="0">
                <a:solidFill>
                  <a:schemeClr val="bg1"/>
                </a:solidFill>
              </a:rPr>
              <a:t>)</a:t>
            </a: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3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404664"/>
            <a:ext cx="8424936" cy="597666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Benedici il Signor oh anima mia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Adora il nome suo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Canta come non hai fatto mai </a:t>
            </a:r>
          </a:p>
          <a:p>
            <a:pPr marL="0" indent="0" algn="ctr">
              <a:buNone/>
            </a:pPr>
            <a:r>
              <a:rPr lang="it-IT" sz="4800" dirty="0" smtClean="0">
                <a:solidFill>
                  <a:schemeClr val="bg1"/>
                </a:solidFill>
              </a:rPr>
              <a:t>Il tuo nome </a:t>
            </a:r>
            <a:r>
              <a:rPr lang="it-IT" sz="4800" dirty="0" smtClean="0">
                <a:solidFill>
                  <a:schemeClr val="bg1"/>
                </a:solidFill>
              </a:rPr>
              <a:t>adorerò (x2)</a:t>
            </a:r>
            <a:endParaRPr lang="it-IT" sz="48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it-IT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69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-531440"/>
            <a:ext cx="8229600" cy="705678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</a:rPr>
              <a:t>Il tuo nome </a:t>
            </a:r>
            <a:r>
              <a:rPr lang="it-IT" sz="6000" dirty="0" smtClean="0">
                <a:solidFill>
                  <a:schemeClr val="bg1"/>
                </a:solidFill>
              </a:rPr>
              <a:t>adorerò</a:t>
            </a:r>
            <a:endParaRPr lang="it-IT" sz="6000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it-IT" sz="6000" dirty="0" smtClean="0">
                <a:solidFill>
                  <a:schemeClr val="bg1"/>
                </a:solidFill>
              </a:rPr>
              <a:t>Il tuo </a:t>
            </a:r>
            <a:r>
              <a:rPr lang="it-IT" sz="6000" smtClean="0">
                <a:solidFill>
                  <a:schemeClr val="bg1"/>
                </a:solidFill>
              </a:rPr>
              <a:t>nome </a:t>
            </a:r>
            <a:r>
              <a:rPr lang="it-IT" sz="6000" smtClean="0">
                <a:solidFill>
                  <a:schemeClr val="bg1"/>
                </a:solidFill>
              </a:rPr>
              <a:t>adorerò.</a:t>
            </a:r>
            <a:endParaRPr lang="it-IT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283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185</Words>
  <Application>Microsoft Office PowerPoint</Application>
  <PresentationFormat>Presentazione su schermo 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BENEDICI IL SIGNOR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BENEDICI IL SIGNOR</dc:title>
  <dc:creator>GRUPPO MERATE</dc:creator>
  <cp:lastModifiedBy>GRUPPO MERATE</cp:lastModifiedBy>
  <cp:revision>3</cp:revision>
  <dcterms:created xsi:type="dcterms:W3CDTF">2016-11-11T21:59:21Z</dcterms:created>
  <dcterms:modified xsi:type="dcterms:W3CDTF">2017-07-07T18:21:02Z</dcterms:modified>
</cp:coreProperties>
</file>