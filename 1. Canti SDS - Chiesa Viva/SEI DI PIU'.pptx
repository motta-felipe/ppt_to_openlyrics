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15" autoAdjust="0"/>
  </p:normalViewPr>
  <p:slideViewPr>
    <p:cSldViewPr>
      <p:cViewPr varScale="1">
        <p:scale>
          <a:sx n="46" d="100"/>
          <a:sy n="46" d="100"/>
        </p:scale>
        <p:origin x="-48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62141-437E-4189-86A3-4A086E17D1E0}" type="datetimeFigureOut">
              <a:rPr lang="it-IT" smtClean="0"/>
              <a:t>04/07/2012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299EF-1897-4DAE-873E-AB1E1A912295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 rot="1205614">
            <a:off x="-1045703" y="-1305938"/>
            <a:ext cx="11098636" cy="9810112"/>
          </a:xfrm>
          <a:solidFill>
            <a:schemeClr val="accent4"/>
          </a:solidFill>
        </p:spPr>
        <p:txBody>
          <a:bodyPr>
            <a:normAutofit/>
          </a:bodyPr>
          <a:lstStyle/>
          <a:p>
            <a:r>
              <a:rPr lang="it-IT" sz="7200" dirty="0" smtClean="0">
                <a:solidFill>
                  <a:srgbClr val="00B0F0"/>
                </a:solidFill>
                <a:latin typeface="Britannic Bold" pitchFamily="34" charset="0"/>
                <a:cs typeface="Arabic Typesetting" pitchFamily="66" charset="-78"/>
              </a:rPr>
              <a:t>Sei di più</a:t>
            </a:r>
            <a:endParaRPr lang="it-IT" sz="7200" dirty="0">
              <a:solidFill>
                <a:srgbClr val="00B0F0"/>
              </a:solidFill>
              <a:latin typeface="Britannic Bold" pitchFamily="34" charset="0"/>
              <a:cs typeface="Arabic Typesetting" pitchFamily="66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accent4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Su ogni potenza, sopra ogni re,</a:t>
            </a:r>
          </a:p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Più di ogni cosa creata intorno a me.</a:t>
            </a:r>
          </a:p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Su ogni saggezza e vie che l’uomo ha,</a:t>
            </a:r>
          </a:p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Tu eri qui già nell’eternità.</a:t>
            </a:r>
            <a:endParaRPr lang="it-IT" sz="5400" dirty="0">
              <a:solidFill>
                <a:srgbClr val="00B0F0"/>
              </a:solidFill>
              <a:latin typeface="Britann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accent4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Sei di più di tutto quel che ho,</a:t>
            </a:r>
          </a:p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Vissuto per morire così solo.</a:t>
            </a:r>
          </a:p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Fiore che è gettato via,</a:t>
            </a:r>
          </a:p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L’hai scelto tu pensando a me. </a:t>
            </a:r>
          </a:p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Solo tu!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accent4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it-IT" sz="5800" dirty="0" smtClean="0">
                <a:solidFill>
                  <a:srgbClr val="00B0F0"/>
                </a:solidFill>
                <a:latin typeface="Britannic Bold" pitchFamily="34" charset="0"/>
              </a:rPr>
              <a:t>Sopra ogni regno e autorità,</a:t>
            </a:r>
          </a:p>
          <a:p>
            <a:pPr>
              <a:buNone/>
            </a:pPr>
            <a:r>
              <a:rPr lang="it-IT" sz="5800" dirty="0" smtClean="0">
                <a:solidFill>
                  <a:srgbClr val="00B0F0"/>
                </a:solidFill>
                <a:latin typeface="Britannic Bold" pitchFamily="34" charset="0"/>
              </a:rPr>
              <a:t>E meraviglie che solo il mondo sa,</a:t>
            </a:r>
          </a:p>
          <a:p>
            <a:pPr>
              <a:buNone/>
            </a:pPr>
            <a:r>
              <a:rPr lang="it-IT" sz="5800" dirty="0" smtClean="0">
                <a:solidFill>
                  <a:srgbClr val="00B0F0"/>
                </a:solidFill>
                <a:latin typeface="Britannic Bold" pitchFamily="34" charset="0"/>
              </a:rPr>
              <a:t>E più dell’oro che in terra so che c’è.</a:t>
            </a:r>
          </a:p>
          <a:p>
            <a:pPr>
              <a:buNone/>
            </a:pPr>
            <a:r>
              <a:rPr lang="it-IT" sz="5800" dirty="0" smtClean="0">
                <a:solidFill>
                  <a:srgbClr val="00B0F0"/>
                </a:solidFill>
                <a:latin typeface="Britannic Bold" pitchFamily="34" charset="0"/>
              </a:rPr>
              <a:t>Nulla può valere più di </a:t>
            </a:r>
            <a:r>
              <a:rPr lang="it-IT" sz="5800" dirty="0" err="1" smtClean="0">
                <a:solidFill>
                  <a:srgbClr val="00B0F0"/>
                </a:solidFill>
                <a:latin typeface="Britannic Bold" pitchFamily="34" charset="0"/>
              </a:rPr>
              <a:t>te…</a:t>
            </a:r>
            <a:endParaRPr lang="it-IT" sz="5800" dirty="0">
              <a:solidFill>
                <a:srgbClr val="00B0F0"/>
              </a:solidFill>
              <a:latin typeface="Britannic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accent4"/>
          </a:solidFill>
        </p:spPr>
        <p:txBody>
          <a:bodyPr/>
          <a:lstStyle/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Sei di più di tutto quel che ho,</a:t>
            </a:r>
          </a:p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Vissuto per morire così solo.</a:t>
            </a:r>
          </a:p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Fiore che è gettato via,</a:t>
            </a:r>
          </a:p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L’hai scelto tu pensando a me. </a:t>
            </a:r>
          </a:p>
          <a:p>
            <a:pPr>
              <a:buNone/>
            </a:pPr>
            <a:r>
              <a:rPr lang="it-IT" sz="5400" dirty="0" smtClean="0">
                <a:solidFill>
                  <a:srgbClr val="00B0F0"/>
                </a:solidFill>
                <a:latin typeface="Britannic Bold" pitchFamily="34" charset="0"/>
              </a:rPr>
              <a:t>Solo tu! (x2)</a:t>
            </a: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131</Words>
  <Application>Microsoft Office PowerPoint</Application>
  <PresentationFormat>Presentazione su schermo (4:3)</PresentationFormat>
  <Paragraphs>19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Sei di più</vt:lpstr>
      <vt:lpstr>Diapositiva 2</vt:lpstr>
      <vt:lpstr>Diapositiva 3</vt:lpstr>
      <vt:lpstr>Diapositiva 4</vt:lpstr>
      <vt:lpstr>Diapositiva 5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 di più</dc:title>
  <dc:creator>Sara</dc:creator>
  <cp:keywords>fatto da Sary and Franca</cp:keywords>
  <cp:lastModifiedBy>UTENTE</cp:lastModifiedBy>
  <cp:revision>2</cp:revision>
  <dcterms:created xsi:type="dcterms:W3CDTF">2012-07-04T14:16:09Z</dcterms:created>
  <dcterms:modified xsi:type="dcterms:W3CDTF">2012-07-04T14:29:41Z</dcterms:modified>
</cp:coreProperties>
</file>