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519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758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134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294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527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614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9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974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373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457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03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2ADD6-A645-4B04-8063-958727DBDF18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8275-58A8-43D0-A319-B29766E1DA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081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08920"/>
            <a:ext cx="8229600" cy="1647056"/>
          </a:xfrm>
        </p:spPr>
        <p:txBody>
          <a:bodyPr>
            <a:noAutofit/>
          </a:bodyPr>
          <a:lstStyle/>
          <a:p>
            <a:r>
              <a:rPr lang="it-IT" sz="9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CORRERÒ DA TE</a:t>
            </a:r>
            <a:endParaRPr lang="it-IT" sz="9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22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980728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Mi guardi e mi conosci. Ti chini su di me. La carezza di un Padre. Un sorriso d’amore. La tua grazia che cresce in me.</a:t>
            </a:r>
            <a:endParaRPr lang="it-IT" sz="7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573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42384" y="1124744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Sei tu che mi hai cercato. Venendo fino a qui. Dai confini del cielo. Alla porta del cuore. Hai atteso il mio sì.</a:t>
            </a:r>
            <a:endParaRPr lang="it-IT" sz="7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085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12184" y="54868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correrò da te, alla verità. Non per potenza, non per forza, ma per lo Spirito tuo. Percorrerò con te questa vita e poi Mi accoglierai fra le braccia del tuo amor</a:t>
            </a:r>
            <a:endParaRPr lang="it-IT" sz="7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254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40955" y="980728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Sei tu che mi hai cercato. Venendo fino a qui. Dai confini del cielo. Alla porta del cuore. Hai atteso il mio sì.</a:t>
            </a:r>
            <a:endParaRPr lang="it-IT" sz="7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250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12184" y="54868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correrò da te, alla verità. Non per potenza, non per forza, ma per lo Spirito tuo. Percorrerò con te questa vita e poi Mi accoglierai fra le braccia del tuo amor</a:t>
            </a:r>
            <a:endParaRPr lang="it-IT" sz="7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63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44232" y="126876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Lascia che entri in me, la tua grazia, o Dio non per potenza, non per forza ma per lo Spirito tuo.</a:t>
            </a:r>
            <a:endParaRPr lang="it-IT" sz="7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413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54868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Percorrerò con te questa vita e poi </a:t>
            </a:r>
          </a:p>
          <a:p>
            <a:pPr algn="ctr"/>
            <a:r>
              <a:rPr lang="it-IT" sz="7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mi accoglierai fra le braccia, mi accoglierai fra le braccia, mi accoglierai fra le braccia del tuo amor.</a:t>
            </a:r>
            <a:endParaRPr lang="it-IT" sz="7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594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216</Words>
  <Application>Microsoft Office PowerPoint</Application>
  <PresentationFormat>Presentazione su schermo (4:3)</PresentationFormat>
  <Paragraphs>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9" baseType="lpstr">
      <vt:lpstr>Tema di Office</vt:lpstr>
      <vt:lpstr>CORRERÒ DA 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GRUPPO MERATE</dc:creator>
  <cp:lastModifiedBy>GRUPPO MERATE</cp:lastModifiedBy>
  <cp:revision>3</cp:revision>
  <dcterms:created xsi:type="dcterms:W3CDTF">2014-11-16T14:48:19Z</dcterms:created>
  <dcterms:modified xsi:type="dcterms:W3CDTF">2017-07-21T18:25:00Z</dcterms:modified>
</cp:coreProperties>
</file>