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0" d="100"/>
          <a:sy n="70" d="100"/>
        </p:scale>
        <p:origin x="-744" y="-1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49A5E-13C1-4D62-A888-EDF9BED24AA6}" type="datetimeFigureOut">
              <a:rPr lang="it-IT" smtClean="0"/>
              <a:t>02/06/2017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D1C6C-A64E-43A2-9EDD-067D10EA5C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49686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49A5E-13C1-4D62-A888-EDF9BED24AA6}" type="datetimeFigureOut">
              <a:rPr lang="it-IT" smtClean="0"/>
              <a:t>02/06/2017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D1C6C-A64E-43A2-9EDD-067D10EA5C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33407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49A5E-13C1-4D62-A888-EDF9BED24AA6}" type="datetimeFigureOut">
              <a:rPr lang="it-IT" smtClean="0"/>
              <a:t>02/06/2017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D1C6C-A64E-43A2-9EDD-067D10EA5C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2640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49A5E-13C1-4D62-A888-EDF9BED24AA6}" type="datetimeFigureOut">
              <a:rPr lang="it-IT" smtClean="0"/>
              <a:t>02/06/2017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D1C6C-A64E-43A2-9EDD-067D10EA5C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918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49A5E-13C1-4D62-A888-EDF9BED24AA6}" type="datetimeFigureOut">
              <a:rPr lang="it-IT" smtClean="0"/>
              <a:t>02/06/2017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D1C6C-A64E-43A2-9EDD-067D10EA5C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00011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49A5E-13C1-4D62-A888-EDF9BED24AA6}" type="datetimeFigureOut">
              <a:rPr lang="it-IT" smtClean="0"/>
              <a:t>02/06/2017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D1C6C-A64E-43A2-9EDD-067D10EA5C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1517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49A5E-13C1-4D62-A888-EDF9BED24AA6}" type="datetimeFigureOut">
              <a:rPr lang="it-IT" smtClean="0"/>
              <a:t>02/06/2017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D1C6C-A64E-43A2-9EDD-067D10EA5C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4769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49A5E-13C1-4D62-A888-EDF9BED24AA6}" type="datetimeFigureOut">
              <a:rPr lang="it-IT" smtClean="0"/>
              <a:t>02/06/2017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D1C6C-A64E-43A2-9EDD-067D10EA5C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560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49A5E-13C1-4D62-A888-EDF9BED24AA6}" type="datetimeFigureOut">
              <a:rPr lang="it-IT" smtClean="0"/>
              <a:t>02/06/2017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D1C6C-A64E-43A2-9EDD-067D10EA5C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80190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49A5E-13C1-4D62-A888-EDF9BED24AA6}" type="datetimeFigureOut">
              <a:rPr lang="it-IT" smtClean="0"/>
              <a:t>02/06/2017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D1C6C-A64E-43A2-9EDD-067D10EA5C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2668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49A5E-13C1-4D62-A888-EDF9BED24AA6}" type="datetimeFigureOut">
              <a:rPr lang="it-IT" smtClean="0"/>
              <a:t>02/06/2017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D1C6C-A64E-43A2-9EDD-067D10EA5C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9710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49A5E-13C1-4D62-A888-EDF9BED24AA6}" type="datetimeFigureOut">
              <a:rPr lang="it-IT" smtClean="0"/>
              <a:t>02/06/2017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DD1C6C-A64E-43A2-9EDD-067D10EA5CC0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95722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3450772" y="1382486"/>
            <a:ext cx="5203371" cy="2279876"/>
          </a:xfrm>
        </p:spPr>
        <p:txBody>
          <a:bodyPr>
            <a:noAutofit/>
          </a:bodyPr>
          <a:lstStyle/>
          <a:p>
            <a:r>
              <a:rPr lang="it-IT" sz="5400" dirty="0" smtClean="0">
                <a:latin typeface="Comic Sans MS" panose="030F0702030302020204" pitchFamily="66" charset="0"/>
              </a:rPr>
              <a:t>IL TUO AMORE ANNUNCERO’</a:t>
            </a:r>
            <a:endParaRPr lang="it-IT" sz="5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814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85057" y="291860"/>
            <a:ext cx="11593286" cy="622868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it-IT" sz="4800" dirty="0" smtClean="0">
                <a:solidFill>
                  <a:srgbClr val="FFC000"/>
                </a:solidFill>
                <a:latin typeface="Comic Sans MS" panose="030F0702030302020204" pitchFamily="66" charset="0"/>
              </a:rPr>
              <a:t>Ogni vento, ogni colore</a:t>
            </a:r>
            <a:br>
              <a:rPr lang="it-IT" sz="4800" dirty="0" smtClean="0">
                <a:solidFill>
                  <a:srgbClr val="FFC000"/>
                </a:solidFill>
                <a:latin typeface="Comic Sans MS" panose="030F0702030302020204" pitchFamily="66" charset="0"/>
              </a:rPr>
            </a:br>
            <a:r>
              <a:rPr lang="it-IT" sz="4800" dirty="0" smtClean="0">
                <a:solidFill>
                  <a:srgbClr val="FFC000"/>
                </a:solidFill>
                <a:latin typeface="Comic Sans MS" panose="030F0702030302020204" pitchFamily="66" charset="0"/>
              </a:rPr>
              <a:t>che l'arcobaleno ha</a:t>
            </a:r>
            <a:br>
              <a:rPr lang="it-IT" sz="4800" dirty="0" smtClean="0">
                <a:solidFill>
                  <a:srgbClr val="FFC000"/>
                </a:solidFill>
                <a:latin typeface="Comic Sans MS" panose="030F0702030302020204" pitchFamily="66" charset="0"/>
              </a:rPr>
            </a:br>
            <a:r>
              <a:rPr lang="it-IT" sz="4800" dirty="0" smtClean="0">
                <a:solidFill>
                  <a:srgbClr val="FFC000"/>
                </a:solidFill>
                <a:latin typeface="Comic Sans MS" panose="030F0702030302020204" pitchFamily="66" charset="0"/>
              </a:rPr>
              <a:t>Ogni sogno dentro me</a:t>
            </a:r>
            <a:br>
              <a:rPr lang="it-IT" sz="4800" dirty="0" smtClean="0">
                <a:solidFill>
                  <a:srgbClr val="FFC000"/>
                </a:solidFill>
                <a:latin typeface="Comic Sans MS" panose="030F0702030302020204" pitchFamily="66" charset="0"/>
              </a:rPr>
            </a:br>
            <a:r>
              <a:rPr lang="it-IT" sz="4800" dirty="0" smtClean="0">
                <a:solidFill>
                  <a:srgbClr val="FFC000"/>
                </a:solidFill>
                <a:latin typeface="Comic Sans MS" panose="030F0702030302020204" pitchFamily="66" charset="0"/>
              </a:rPr>
              <a:t>al vero amore mi riporterà</a:t>
            </a:r>
            <a:br>
              <a:rPr lang="it-IT" sz="4800" dirty="0" smtClean="0">
                <a:solidFill>
                  <a:srgbClr val="FFC000"/>
                </a:solidFill>
                <a:latin typeface="Comic Sans MS" panose="030F0702030302020204" pitchFamily="66" charset="0"/>
              </a:rPr>
            </a:br>
            <a:r>
              <a:rPr lang="it-IT" sz="4800" dirty="0" smtClean="0">
                <a:solidFill>
                  <a:srgbClr val="FFC000"/>
                </a:solidFill>
                <a:latin typeface="Comic Sans MS" panose="030F0702030302020204" pitchFamily="66" charset="0"/>
              </a:rPr>
              <a:t>Le parole di ogni storia</a:t>
            </a:r>
            <a:br>
              <a:rPr lang="it-IT" sz="4800" dirty="0" smtClean="0">
                <a:solidFill>
                  <a:srgbClr val="FFC000"/>
                </a:solidFill>
                <a:latin typeface="Comic Sans MS" panose="030F0702030302020204" pitchFamily="66" charset="0"/>
              </a:rPr>
            </a:br>
            <a:r>
              <a:rPr lang="it-IT" sz="4800" dirty="0" smtClean="0">
                <a:solidFill>
                  <a:srgbClr val="FFC000"/>
                </a:solidFill>
                <a:latin typeface="Comic Sans MS" panose="030F0702030302020204" pitchFamily="66" charset="0"/>
              </a:rPr>
              <a:t>Ogni stella di lassù</a:t>
            </a:r>
            <a:br>
              <a:rPr lang="it-IT" sz="4800" dirty="0" smtClean="0">
                <a:solidFill>
                  <a:srgbClr val="FFC000"/>
                </a:solidFill>
                <a:latin typeface="Comic Sans MS" panose="030F0702030302020204" pitchFamily="66" charset="0"/>
              </a:rPr>
            </a:br>
            <a:r>
              <a:rPr lang="it-IT" sz="4800" dirty="0" smtClean="0">
                <a:solidFill>
                  <a:srgbClr val="FFC000"/>
                </a:solidFill>
                <a:latin typeface="Comic Sans MS" panose="030F0702030302020204" pitchFamily="66" charset="0"/>
              </a:rPr>
              <a:t>Ogni angolo creato Parlerà di Te</a:t>
            </a:r>
            <a:r>
              <a:rPr lang="it-IT" sz="4800" dirty="0" smtClean="0">
                <a:solidFill>
                  <a:srgbClr val="C00000"/>
                </a:solidFill>
                <a:latin typeface="Comic Sans MS" panose="030F0702030302020204" pitchFamily="66" charset="0"/>
              </a:rPr>
              <a:t/>
            </a:r>
            <a:br>
              <a:rPr lang="it-IT" sz="4800" dirty="0" smtClean="0">
                <a:solidFill>
                  <a:srgbClr val="C00000"/>
                </a:solidFill>
                <a:latin typeface="Comic Sans MS" panose="030F0702030302020204" pitchFamily="66" charset="0"/>
              </a:rPr>
            </a:br>
            <a:endParaRPr lang="it-IT" sz="4800" dirty="0">
              <a:solidFill>
                <a:srgbClr val="C0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224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contenuto 2"/>
          <p:cNvSpPr>
            <a:spLocks noGrp="1"/>
          </p:cNvSpPr>
          <p:nvPr>
            <p:ph idx="1"/>
          </p:nvPr>
        </p:nvSpPr>
        <p:spPr>
          <a:xfrm>
            <a:off x="304800" y="357174"/>
            <a:ext cx="11593286" cy="6228683"/>
          </a:xfrm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it-IT" sz="5000" dirty="0" smtClean="0">
                <a:solidFill>
                  <a:srgbClr val="FFC000"/>
                </a:solidFill>
                <a:latin typeface="Comic Sans MS" panose="030F0702030302020204" pitchFamily="66" charset="0"/>
              </a:rPr>
              <a:t>Fino a quando vita avrò il Tuo amore annuncerò</a:t>
            </a:r>
            <a:br>
              <a:rPr lang="it-IT" sz="5000" dirty="0" smtClean="0">
                <a:solidFill>
                  <a:srgbClr val="FFC000"/>
                </a:solidFill>
                <a:latin typeface="Comic Sans MS" panose="030F0702030302020204" pitchFamily="66" charset="0"/>
              </a:rPr>
            </a:br>
            <a:r>
              <a:rPr lang="it-IT" sz="5000" dirty="0" smtClean="0">
                <a:solidFill>
                  <a:srgbClr val="FFC000"/>
                </a:solidFill>
                <a:latin typeface="Comic Sans MS" panose="030F0702030302020204" pitchFamily="66" charset="0"/>
              </a:rPr>
              <a:t>Sarò fedele nel silenzio, se parlare non potrò</a:t>
            </a:r>
            <a:br>
              <a:rPr lang="it-IT" sz="5000" dirty="0" smtClean="0">
                <a:solidFill>
                  <a:srgbClr val="FFC000"/>
                </a:solidFill>
                <a:latin typeface="Comic Sans MS" panose="030F0702030302020204" pitchFamily="66" charset="0"/>
              </a:rPr>
            </a:br>
            <a:r>
              <a:rPr lang="it-IT" sz="5000" dirty="0" smtClean="0">
                <a:solidFill>
                  <a:srgbClr val="FFC000"/>
                </a:solidFill>
                <a:latin typeface="Comic Sans MS" panose="030F0702030302020204" pitchFamily="66" charset="0"/>
              </a:rPr>
              <a:t>Finché respiro avrò di cuore Dio ringrazierò</a:t>
            </a:r>
            <a:br>
              <a:rPr lang="it-IT" sz="5000" dirty="0" smtClean="0">
                <a:solidFill>
                  <a:srgbClr val="FFC000"/>
                </a:solidFill>
                <a:latin typeface="Comic Sans MS" panose="030F0702030302020204" pitchFamily="66" charset="0"/>
              </a:rPr>
            </a:br>
            <a:r>
              <a:rPr lang="it-IT" sz="5000" dirty="0" smtClean="0">
                <a:solidFill>
                  <a:srgbClr val="FFC000"/>
                </a:solidFill>
                <a:latin typeface="Comic Sans MS" panose="030F0702030302020204" pitchFamily="66" charset="0"/>
              </a:rPr>
              <a:t>Fino a quando vita avrò il tuo amore annuncerò</a:t>
            </a:r>
            <a:r>
              <a:rPr lang="it-IT" sz="5000" dirty="0" smtClean="0">
                <a:solidFill>
                  <a:srgbClr val="C00000"/>
                </a:solidFill>
                <a:latin typeface="Comic Sans MS" panose="030F0702030302020204" pitchFamily="66" charset="0"/>
              </a:rPr>
              <a:t/>
            </a:r>
            <a:br>
              <a:rPr lang="it-IT" sz="5000" dirty="0" smtClean="0">
                <a:solidFill>
                  <a:srgbClr val="C00000"/>
                </a:solidFill>
                <a:latin typeface="Comic Sans MS" panose="030F0702030302020204" pitchFamily="66" charset="0"/>
              </a:rPr>
            </a:br>
            <a:endParaRPr lang="it-IT" sz="5000" dirty="0">
              <a:solidFill>
                <a:srgbClr val="C0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9133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contenuto 2"/>
          <p:cNvSpPr>
            <a:spLocks noGrp="1"/>
          </p:cNvSpPr>
          <p:nvPr>
            <p:ph idx="1"/>
          </p:nvPr>
        </p:nvSpPr>
        <p:spPr>
          <a:xfrm>
            <a:off x="185057" y="291860"/>
            <a:ext cx="11593286" cy="6228683"/>
          </a:xfrm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it-IT" sz="4800" dirty="0" smtClean="0">
                <a:solidFill>
                  <a:srgbClr val="FFC000"/>
                </a:solidFill>
                <a:latin typeface="Comic Sans MS" panose="030F0702030302020204" pitchFamily="66" charset="0"/>
              </a:rPr>
              <a:t>Dai monti alle valli, ogni fiume al mare va</a:t>
            </a:r>
            <a:br>
              <a:rPr lang="it-IT" sz="4800" dirty="0" smtClean="0">
                <a:solidFill>
                  <a:srgbClr val="FFC000"/>
                </a:solidFill>
                <a:latin typeface="Comic Sans MS" panose="030F0702030302020204" pitchFamily="66" charset="0"/>
              </a:rPr>
            </a:br>
            <a:r>
              <a:rPr lang="it-IT" sz="4800" dirty="0" smtClean="0">
                <a:solidFill>
                  <a:srgbClr val="FFC000"/>
                </a:solidFill>
                <a:latin typeface="Comic Sans MS" panose="030F0702030302020204" pitchFamily="66" charset="0"/>
              </a:rPr>
              <a:t>Ogni mano che si dà, porta pace in dono a chi non ne ha</a:t>
            </a:r>
            <a:br>
              <a:rPr lang="it-IT" sz="4800" dirty="0" smtClean="0">
                <a:solidFill>
                  <a:srgbClr val="FFC000"/>
                </a:solidFill>
                <a:latin typeface="Comic Sans MS" panose="030F0702030302020204" pitchFamily="66" charset="0"/>
              </a:rPr>
            </a:br>
            <a:r>
              <a:rPr lang="it-IT" sz="4800" dirty="0" smtClean="0">
                <a:solidFill>
                  <a:srgbClr val="FFC000"/>
                </a:solidFill>
                <a:latin typeface="Comic Sans MS" panose="030F0702030302020204" pitchFamily="66" charset="0"/>
              </a:rPr>
              <a:t>Ogni semplice preghiera, ogni gesto di bontà</a:t>
            </a:r>
            <a:br>
              <a:rPr lang="it-IT" sz="4800" dirty="0" smtClean="0">
                <a:solidFill>
                  <a:srgbClr val="FFC000"/>
                </a:solidFill>
                <a:latin typeface="Comic Sans MS" panose="030F0702030302020204" pitchFamily="66" charset="0"/>
              </a:rPr>
            </a:br>
            <a:r>
              <a:rPr lang="it-IT" sz="4800" dirty="0" smtClean="0">
                <a:solidFill>
                  <a:srgbClr val="FFC000"/>
                </a:solidFill>
                <a:latin typeface="Comic Sans MS" panose="030F0702030302020204" pitchFamily="66" charset="0"/>
              </a:rPr>
              <a:t>La speranza in ogni cuore Parlerà di Te</a:t>
            </a:r>
            <a:endParaRPr lang="it-IT" sz="4800" dirty="0">
              <a:solidFill>
                <a:srgbClr val="FFC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730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gnaposto contenuto 2"/>
          <p:cNvSpPr>
            <a:spLocks noGrp="1"/>
          </p:cNvSpPr>
          <p:nvPr>
            <p:ph idx="1"/>
          </p:nvPr>
        </p:nvSpPr>
        <p:spPr>
          <a:xfrm>
            <a:off x="315685" y="291860"/>
            <a:ext cx="11593286" cy="6228683"/>
          </a:xfrm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it-IT" sz="5000" dirty="0" smtClean="0">
                <a:solidFill>
                  <a:srgbClr val="FFC000"/>
                </a:solidFill>
                <a:latin typeface="Comic Sans MS" panose="030F0702030302020204" pitchFamily="66" charset="0"/>
              </a:rPr>
              <a:t>Fino a quando vita avrò il Tuo amore annuncerò</a:t>
            </a:r>
            <a:br>
              <a:rPr lang="it-IT" sz="5000" dirty="0" smtClean="0">
                <a:solidFill>
                  <a:srgbClr val="FFC000"/>
                </a:solidFill>
                <a:latin typeface="Comic Sans MS" panose="030F0702030302020204" pitchFamily="66" charset="0"/>
              </a:rPr>
            </a:br>
            <a:r>
              <a:rPr lang="it-IT" sz="5000" dirty="0" smtClean="0">
                <a:solidFill>
                  <a:srgbClr val="FFC000"/>
                </a:solidFill>
                <a:latin typeface="Comic Sans MS" panose="030F0702030302020204" pitchFamily="66" charset="0"/>
              </a:rPr>
              <a:t>Sarò fedele nel silenzio, se parlare non potrò</a:t>
            </a:r>
            <a:br>
              <a:rPr lang="it-IT" sz="5000" dirty="0" smtClean="0">
                <a:solidFill>
                  <a:srgbClr val="FFC000"/>
                </a:solidFill>
                <a:latin typeface="Comic Sans MS" panose="030F0702030302020204" pitchFamily="66" charset="0"/>
              </a:rPr>
            </a:br>
            <a:r>
              <a:rPr lang="it-IT" sz="5000" dirty="0" smtClean="0">
                <a:solidFill>
                  <a:srgbClr val="FFC000"/>
                </a:solidFill>
                <a:latin typeface="Comic Sans MS" panose="030F0702030302020204" pitchFamily="66" charset="0"/>
              </a:rPr>
              <a:t>Finché respiro avrò di cuore Dio ringrazierò</a:t>
            </a:r>
            <a:br>
              <a:rPr lang="it-IT" sz="5000" dirty="0" smtClean="0">
                <a:solidFill>
                  <a:srgbClr val="FFC000"/>
                </a:solidFill>
                <a:latin typeface="Comic Sans MS" panose="030F0702030302020204" pitchFamily="66" charset="0"/>
              </a:rPr>
            </a:br>
            <a:r>
              <a:rPr lang="it-IT" sz="5000" dirty="0" smtClean="0">
                <a:solidFill>
                  <a:srgbClr val="FFC000"/>
                </a:solidFill>
                <a:latin typeface="Comic Sans MS" panose="030F0702030302020204" pitchFamily="66" charset="0"/>
              </a:rPr>
              <a:t>Fino a quando vita avrò il tuo amore annuncerò (X3)</a:t>
            </a:r>
            <a:r>
              <a:rPr lang="it-IT" sz="5000" dirty="0" smtClean="0">
                <a:solidFill>
                  <a:srgbClr val="C00000"/>
                </a:solidFill>
                <a:latin typeface="Comic Sans MS" panose="030F0702030302020204" pitchFamily="66" charset="0"/>
              </a:rPr>
              <a:t/>
            </a:r>
            <a:br>
              <a:rPr lang="it-IT" sz="5000" dirty="0" smtClean="0">
                <a:solidFill>
                  <a:srgbClr val="C00000"/>
                </a:solidFill>
                <a:latin typeface="Comic Sans MS" panose="030F0702030302020204" pitchFamily="66" charset="0"/>
              </a:rPr>
            </a:br>
            <a:endParaRPr lang="it-IT" sz="5000" dirty="0">
              <a:solidFill>
                <a:srgbClr val="C0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09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38</Words>
  <Application>Microsoft Office PowerPoint</Application>
  <PresentationFormat>Personalizzato</PresentationFormat>
  <Paragraphs>5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Tema di Office</vt:lpstr>
      <vt:lpstr>IL TUO AMORE ANNUNCERO’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 TUO AMORE ANNUNCERO’</dc:title>
  <dc:creator>Paolo Giametta</dc:creator>
  <cp:lastModifiedBy>GRUPPO MERATE</cp:lastModifiedBy>
  <cp:revision>3</cp:revision>
  <dcterms:created xsi:type="dcterms:W3CDTF">2017-06-01T17:15:09Z</dcterms:created>
  <dcterms:modified xsi:type="dcterms:W3CDTF">2017-06-02T17:24:15Z</dcterms:modified>
</cp:coreProperties>
</file>