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000066"/>
    <a:srgbClr val="00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2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25BA7-7B3E-480A-ADBC-1A34F1E9CBD3}" type="datetimeFigureOut">
              <a:rPr lang="it-IT" smtClean="0"/>
              <a:t>10/02/2017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048D4-1D83-4979-96D7-5374DD87B36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8415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25BA7-7B3E-480A-ADBC-1A34F1E9CBD3}" type="datetimeFigureOut">
              <a:rPr lang="it-IT" smtClean="0"/>
              <a:t>10/02/2017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048D4-1D83-4979-96D7-5374DD87B36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30104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25BA7-7B3E-480A-ADBC-1A34F1E9CBD3}" type="datetimeFigureOut">
              <a:rPr lang="it-IT" smtClean="0"/>
              <a:t>10/02/2017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048D4-1D83-4979-96D7-5374DD87B36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223971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25BA7-7B3E-480A-ADBC-1A34F1E9CBD3}" type="datetimeFigureOut">
              <a:rPr lang="it-IT" smtClean="0"/>
              <a:t>10/02/2017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048D4-1D83-4979-96D7-5374DD87B36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97745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25BA7-7B3E-480A-ADBC-1A34F1E9CBD3}" type="datetimeFigureOut">
              <a:rPr lang="it-IT" smtClean="0"/>
              <a:t>10/02/2017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048D4-1D83-4979-96D7-5374DD87B36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14918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25BA7-7B3E-480A-ADBC-1A34F1E9CBD3}" type="datetimeFigureOut">
              <a:rPr lang="it-IT" smtClean="0"/>
              <a:t>10/02/2017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048D4-1D83-4979-96D7-5374DD87B36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25588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25BA7-7B3E-480A-ADBC-1A34F1E9CBD3}" type="datetimeFigureOut">
              <a:rPr lang="it-IT" smtClean="0"/>
              <a:t>10/02/2017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048D4-1D83-4979-96D7-5374DD87B36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879599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25BA7-7B3E-480A-ADBC-1A34F1E9CBD3}" type="datetimeFigureOut">
              <a:rPr lang="it-IT" smtClean="0"/>
              <a:t>10/02/2017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048D4-1D83-4979-96D7-5374DD87B36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40271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25BA7-7B3E-480A-ADBC-1A34F1E9CBD3}" type="datetimeFigureOut">
              <a:rPr lang="it-IT" smtClean="0"/>
              <a:t>10/02/2017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048D4-1D83-4979-96D7-5374DD87B36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59430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25BA7-7B3E-480A-ADBC-1A34F1E9CBD3}" type="datetimeFigureOut">
              <a:rPr lang="it-IT" smtClean="0"/>
              <a:t>10/02/2017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048D4-1D83-4979-96D7-5374DD87B36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636970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25BA7-7B3E-480A-ADBC-1A34F1E9CBD3}" type="datetimeFigureOut">
              <a:rPr lang="it-IT" smtClean="0"/>
              <a:t>10/02/2017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048D4-1D83-4979-96D7-5374DD87B36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70733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F25BA7-7B3E-480A-ADBC-1A34F1E9CBD3}" type="datetimeFigureOut">
              <a:rPr lang="it-IT" smtClean="0"/>
              <a:t>10/02/2017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9048D4-1D83-4979-96D7-5374DD87B36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61884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-1782047" y="2009955"/>
            <a:ext cx="9220200" cy="2458528"/>
          </a:xfrm>
        </p:spPr>
        <p:txBody>
          <a:bodyPr>
            <a:noAutofit/>
          </a:bodyPr>
          <a:lstStyle/>
          <a:p>
            <a:r>
              <a:rPr lang="it-IT" sz="6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anose="04040605051002020D02" pitchFamily="82" charset="0"/>
              </a:rPr>
              <a:t>LODA  ADONAI</a:t>
            </a:r>
            <a:endParaRPr lang="it-IT" sz="66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briola" panose="04040605051002020D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738253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66676" y="790575"/>
            <a:ext cx="5334000" cy="546258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it-IT" sz="54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anose="04040605051002020D02" pitchFamily="82" charset="0"/>
              </a:rPr>
              <a:t>Chi è come Lui,</a:t>
            </a:r>
          </a:p>
          <a:p>
            <a:pPr marL="0" indent="0" algn="ctr">
              <a:buNone/>
            </a:pPr>
            <a:r>
              <a:rPr lang="it-IT" sz="54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anose="04040605051002020D02" pitchFamily="82" charset="0"/>
              </a:rPr>
              <a:t>il Leone e l’</a:t>
            </a:r>
            <a:r>
              <a:rPr lang="it-IT" sz="5400" dirty="0" err="1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anose="04040605051002020D02" pitchFamily="82" charset="0"/>
              </a:rPr>
              <a:t>Agnel</a:t>
            </a:r>
            <a:r>
              <a:rPr lang="it-IT" sz="54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anose="04040605051002020D02" pitchFamily="82" charset="0"/>
              </a:rPr>
              <a:t>,</a:t>
            </a:r>
          </a:p>
          <a:p>
            <a:pPr marL="0" indent="0" algn="ctr">
              <a:buNone/>
            </a:pPr>
            <a:r>
              <a:rPr lang="it-IT" sz="54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anose="04040605051002020D02" pitchFamily="82" charset="0"/>
              </a:rPr>
              <a:t>Signore Re dei re.</a:t>
            </a:r>
          </a:p>
          <a:p>
            <a:pPr marL="0" indent="0" algn="ctr">
              <a:buNone/>
            </a:pPr>
            <a:r>
              <a:rPr lang="it-IT" sz="54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anose="04040605051002020D02" pitchFamily="82" charset="0"/>
              </a:rPr>
              <a:t>Davanti a Lui,</a:t>
            </a:r>
          </a:p>
          <a:p>
            <a:pPr marL="0" indent="0" algn="ctr">
              <a:buNone/>
            </a:pPr>
            <a:r>
              <a:rPr lang="it-IT" sz="54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anose="04040605051002020D02" pitchFamily="82" charset="0"/>
              </a:rPr>
              <a:t>a</a:t>
            </a:r>
            <a:r>
              <a:rPr lang="it-IT" sz="54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anose="04040605051002020D02" pitchFamily="82" charset="0"/>
              </a:rPr>
              <a:t>lla Sua maestà,</a:t>
            </a:r>
          </a:p>
          <a:p>
            <a:pPr marL="0" indent="0" algn="ctr">
              <a:buNone/>
            </a:pPr>
            <a:r>
              <a:rPr lang="it-IT" sz="54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anose="04040605051002020D02" pitchFamily="82" charset="0"/>
              </a:rPr>
              <a:t>il creato adorerà.</a:t>
            </a:r>
          </a:p>
          <a:p>
            <a:pPr marL="0" indent="0" algn="ctr">
              <a:buNone/>
            </a:pPr>
            <a:endParaRPr lang="it-IT" sz="5400" dirty="0" smtClean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briola" panose="04040605051002020D02" pitchFamily="82" charset="0"/>
            </a:endParaRPr>
          </a:p>
          <a:p>
            <a:pPr marL="0" indent="0" algn="ctr">
              <a:buNone/>
            </a:pPr>
            <a:endParaRPr lang="it-IT" sz="54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briola" panose="04040605051002020D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09559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85726" y="609600"/>
            <a:ext cx="5295899" cy="6343650"/>
          </a:xfrm>
        </p:spPr>
        <p:txBody>
          <a:bodyPr>
            <a:normAutofit fontScale="92500"/>
          </a:bodyPr>
          <a:lstStyle/>
          <a:p>
            <a:pPr marL="0" indent="0" algn="ctr">
              <a:buNone/>
            </a:pPr>
            <a:r>
              <a:rPr lang="it-IT" sz="54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anose="04040605051002020D02" pitchFamily="82" charset="0"/>
              </a:rPr>
              <a:t>Loda Adonai,</a:t>
            </a:r>
          </a:p>
          <a:p>
            <a:pPr marL="0" indent="0" algn="ctr">
              <a:buNone/>
            </a:pPr>
            <a:r>
              <a:rPr lang="it-IT" sz="54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anose="04040605051002020D02" pitchFamily="82" charset="0"/>
              </a:rPr>
              <a:t>q</a:t>
            </a:r>
            <a:r>
              <a:rPr lang="it-IT" sz="54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anose="04040605051002020D02" pitchFamily="82" charset="0"/>
              </a:rPr>
              <a:t>uando il Sole sorgerà,</a:t>
            </a:r>
          </a:p>
          <a:p>
            <a:pPr marL="0" indent="0" algn="ctr">
              <a:buNone/>
            </a:pPr>
            <a:r>
              <a:rPr lang="it-IT" sz="54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anose="04040605051002020D02" pitchFamily="82" charset="0"/>
              </a:rPr>
              <a:t>q</a:t>
            </a:r>
            <a:r>
              <a:rPr lang="it-IT" sz="54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anose="04040605051002020D02" pitchFamily="82" charset="0"/>
              </a:rPr>
              <a:t>uando arriverà la notte.</a:t>
            </a:r>
          </a:p>
          <a:p>
            <a:pPr marL="0" indent="0" algn="ctr">
              <a:buNone/>
            </a:pPr>
            <a:r>
              <a:rPr lang="it-IT" sz="54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anose="04040605051002020D02" pitchFamily="82" charset="0"/>
              </a:rPr>
              <a:t>Loda Adonai,</a:t>
            </a:r>
          </a:p>
          <a:p>
            <a:pPr marL="0" indent="0" algn="ctr">
              <a:buNone/>
            </a:pPr>
            <a:r>
              <a:rPr lang="it-IT" sz="54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anose="04040605051002020D02" pitchFamily="82" charset="0"/>
              </a:rPr>
              <a:t>o</a:t>
            </a:r>
            <a:r>
              <a:rPr lang="it-IT" sz="54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anose="04040605051002020D02" pitchFamily="82" charset="0"/>
              </a:rPr>
              <a:t>gni lingua, ogni nazione,</a:t>
            </a:r>
          </a:p>
          <a:p>
            <a:pPr marL="0" indent="0" algn="ctr">
              <a:buNone/>
            </a:pPr>
            <a:r>
              <a:rPr lang="it-IT" sz="54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anose="04040605051002020D02" pitchFamily="82" charset="0"/>
              </a:rPr>
              <a:t>t</a:t>
            </a:r>
            <a:r>
              <a:rPr lang="it-IT" sz="54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anose="04040605051002020D02" pitchFamily="82" charset="0"/>
              </a:rPr>
              <a:t>utti gli Angeli lo lodano.</a:t>
            </a:r>
          </a:p>
          <a:p>
            <a:pPr marL="0" indent="0" algn="ctr">
              <a:buNone/>
            </a:pPr>
            <a:endParaRPr lang="it-IT" sz="5400" dirty="0" smtClean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briola" panose="04040605051002020D02" pitchFamily="82" charset="0"/>
            </a:endParaRPr>
          </a:p>
          <a:p>
            <a:pPr marL="0" indent="0" algn="ctr">
              <a:buNone/>
            </a:pPr>
            <a:endParaRPr lang="it-IT" sz="54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briola" panose="04040605051002020D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929843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85726" y="609600"/>
            <a:ext cx="5295899" cy="634365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it-IT" sz="54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anose="04040605051002020D02" pitchFamily="82" charset="0"/>
              </a:rPr>
              <a:t>Chi è come Lui,</a:t>
            </a:r>
          </a:p>
          <a:p>
            <a:pPr marL="0" indent="0" algn="ctr">
              <a:buNone/>
            </a:pPr>
            <a:r>
              <a:rPr lang="it-IT" sz="54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anose="04040605051002020D02" pitchFamily="82" charset="0"/>
              </a:rPr>
              <a:t>s</a:t>
            </a:r>
            <a:r>
              <a:rPr lang="it-IT" sz="54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anose="04040605051002020D02" pitchFamily="82" charset="0"/>
              </a:rPr>
              <a:t>eduto sul Suo trono,</a:t>
            </a:r>
          </a:p>
          <a:p>
            <a:pPr marL="0" indent="0" algn="ctr">
              <a:buNone/>
            </a:pPr>
            <a:r>
              <a:rPr lang="it-IT" sz="54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anose="04040605051002020D02" pitchFamily="82" charset="0"/>
              </a:rPr>
              <a:t>i</a:t>
            </a:r>
            <a:r>
              <a:rPr lang="it-IT" sz="54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anose="04040605051002020D02" pitchFamily="82" charset="0"/>
              </a:rPr>
              <a:t>l Dio d’</a:t>
            </a:r>
            <a:r>
              <a:rPr lang="it-IT" sz="5400" dirty="0" err="1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anose="04040605051002020D02" pitchFamily="82" charset="0"/>
              </a:rPr>
              <a:t>Israel</a:t>
            </a:r>
            <a:r>
              <a:rPr lang="it-IT" sz="54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anose="04040605051002020D02" pitchFamily="82" charset="0"/>
              </a:rPr>
              <a:t>.</a:t>
            </a:r>
          </a:p>
          <a:p>
            <a:pPr marL="0" indent="0" algn="ctr">
              <a:buNone/>
            </a:pPr>
            <a:r>
              <a:rPr lang="it-IT" sz="54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anose="04040605051002020D02" pitchFamily="82" charset="0"/>
              </a:rPr>
              <a:t>Innalza i monti,</a:t>
            </a:r>
          </a:p>
          <a:p>
            <a:pPr marL="0" indent="0" algn="ctr">
              <a:buNone/>
            </a:pPr>
            <a:r>
              <a:rPr lang="it-IT" sz="54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anose="04040605051002020D02" pitchFamily="82" charset="0"/>
              </a:rPr>
              <a:t>a</a:t>
            </a:r>
            <a:r>
              <a:rPr lang="it-IT" sz="54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anose="04040605051002020D02" pitchFamily="82" charset="0"/>
              </a:rPr>
              <a:t>gita il mare,</a:t>
            </a:r>
          </a:p>
          <a:p>
            <a:pPr marL="0" indent="0" algn="ctr">
              <a:buNone/>
            </a:pPr>
            <a:r>
              <a:rPr lang="it-IT" sz="54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anose="04040605051002020D02" pitchFamily="82" charset="0"/>
              </a:rPr>
              <a:t>i</a:t>
            </a:r>
            <a:r>
              <a:rPr lang="it-IT" sz="54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anose="04040605051002020D02" pitchFamily="82" charset="0"/>
              </a:rPr>
              <a:t>l Dio del Mondo inter.</a:t>
            </a:r>
          </a:p>
          <a:p>
            <a:pPr marL="0" indent="0" algn="ctr">
              <a:buNone/>
            </a:pPr>
            <a:endParaRPr lang="it-IT" sz="54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briola" panose="04040605051002020D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228895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85726" y="609600"/>
            <a:ext cx="5295899" cy="6343650"/>
          </a:xfrm>
        </p:spPr>
        <p:txBody>
          <a:bodyPr>
            <a:normAutofit fontScale="92500"/>
          </a:bodyPr>
          <a:lstStyle/>
          <a:p>
            <a:pPr marL="0" indent="0" algn="ctr">
              <a:buNone/>
            </a:pPr>
            <a:r>
              <a:rPr lang="it-IT" sz="54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anose="04040605051002020D02" pitchFamily="82" charset="0"/>
              </a:rPr>
              <a:t>Loda Adonai,</a:t>
            </a:r>
          </a:p>
          <a:p>
            <a:pPr marL="0" indent="0" algn="ctr">
              <a:buNone/>
            </a:pPr>
            <a:r>
              <a:rPr lang="it-IT" sz="54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anose="04040605051002020D02" pitchFamily="82" charset="0"/>
              </a:rPr>
              <a:t>q</a:t>
            </a:r>
            <a:r>
              <a:rPr lang="it-IT" sz="54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anose="04040605051002020D02" pitchFamily="82" charset="0"/>
              </a:rPr>
              <a:t>uando il Sole sorgerà,</a:t>
            </a:r>
          </a:p>
          <a:p>
            <a:pPr marL="0" indent="0" algn="ctr">
              <a:buNone/>
            </a:pPr>
            <a:r>
              <a:rPr lang="it-IT" sz="54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anose="04040605051002020D02" pitchFamily="82" charset="0"/>
              </a:rPr>
              <a:t>q</a:t>
            </a:r>
            <a:r>
              <a:rPr lang="it-IT" sz="54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anose="04040605051002020D02" pitchFamily="82" charset="0"/>
              </a:rPr>
              <a:t>uando arriverà la notte.</a:t>
            </a:r>
          </a:p>
          <a:p>
            <a:pPr marL="0" indent="0" algn="ctr">
              <a:buNone/>
            </a:pPr>
            <a:r>
              <a:rPr lang="it-IT" sz="54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anose="04040605051002020D02" pitchFamily="82" charset="0"/>
              </a:rPr>
              <a:t>Loda Adonai,</a:t>
            </a:r>
          </a:p>
          <a:p>
            <a:pPr marL="0" indent="0" algn="ctr">
              <a:buNone/>
            </a:pPr>
            <a:r>
              <a:rPr lang="it-IT" sz="54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anose="04040605051002020D02" pitchFamily="82" charset="0"/>
              </a:rPr>
              <a:t>o</a:t>
            </a:r>
            <a:r>
              <a:rPr lang="it-IT" sz="54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anose="04040605051002020D02" pitchFamily="82" charset="0"/>
              </a:rPr>
              <a:t>gni lingua, ogni nazione,</a:t>
            </a:r>
          </a:p>
          <a:p>
            <a:pPr marL="0" indent="0" algn="ctr">
              <a:buNone/>
            </a:pPr>
            <a:r>
              <a:rPr lang="it-IT" sz="54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anose="04040605051002020D02" pitchFamily="82" charset="0"/>
              </a:rPr>
              <a:t>t</a:t>
            </a:r>
            <a:r>
              <a:rPr lang="it-IT" sz="54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anose="04040605051002020D02" pitchFamily="82" charset="0"/>
              </a:rPr>
              <a:t>utti gli Angeli lo lodano.</a:t>
            </a:r>
          </a:p>
          <a:p>
            <a:pPr marL="0" indent="0" algn="ctr">
              <a:buNone/>
            </a:pPr>
            <a:endParaRPr lang="it-IT" sz="5400" dirty="0" smtClean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briola" panose="04040605051002020D02" pitchFamily="82" charset="0"/>
            </a:endParaRPr>
          </a:p>
          <a:p>
            <a:pPr marL="0" indent="0" algn="ctr">
              <a:buNone/>
            </a:pPr>
            <a:endParaRPr lang="it-IT" sz="54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briola" panose="04040605051002020D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691766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76202" y="400049"/>
            <a:ext cx="5534024" cy="667702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it-IT" sz="50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anose="04040605051002020D02" pitchFamily="82" charset="0"/>
              </a:rPr>
              <a:t>Loda Adonai,</a:t>
            </a:r>
          </a:p>
          <a:p>
            <a:pPr marL="0" indent="0" algn="ctr">
              <a:buNone/>
            </a:pPr>
            <a:r>
              <a:rPr lang="it-IT" sz="50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anose="04040605051002020D02" pitchFamily="82" charset="0"/>
              </a:rPr>
              <a:t>La mia lode sale al cielo,</a:t>
            </a:r>
          </a:p>
          <a:p>
            <a:pPr marL="0" indent="0" algn="ctr">
              <a:buNone/>
            </a:pPr>
            <a:r>
              <a:rPr lang="it-IT" sz="50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anose="04040605051002020D02" pitchFamily="82" charset="0"/>
              </a:rPr>
              <a:t>Scende qui la Sua presenza.</a:t>
            </a:r>
          </a:p>
          <a:p>
            <a:pPr marL="0" indent="0" algn="ctr">
              <a:buNone/>
            </a:pPr>
            <a:r>
              <a:rPr lang="it-IT" sz="50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anose="04040605051002020D02" pitchFamily="82" charset="0"/>
              </a:rPr>
              <a:t>Loda Adonai,</a:t>
            </a:r>
          </a:p>
          <a:p>
            <a:pPr marL="0" indent="0" algn="ctr">
              <a:buNone/>
            </a:pPr>
            <a:r>
              <a:rPr lang="it-IT" sz="5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anose="04040605051002020D02" pitchFamily="82" charset="0"/>
              </a:rPr>
              <a:t>o</a:t>
            </a:r>
            <a:r>
              <a:rPr lang="it-IT" sz="50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anose="04040605051002020D02" pitchFamily="82" charset="0"/>
              </a:rPr>
              <a:t>gni lingua, ogni nazione,</a:t>
            </a:r>
          </a:p>
          <a:p>
            <a:pPr marL="0" indent="0" algn="ctr">
              <a:buNone/>
            </a:pPr>
            <a:r>
              <a:rPr lang="it-IT" sz="5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anose="04040605051002020D02" pitchFamily="82" charset="0"/>
              </a:rPr>
              <a:t>t</a:t>
            </a:r>
            <a:r>
              <a:rPr lang="it-IT" sz="500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anose="04040605051002020D02" pitchFamily="82" charset="0"/>
              </a:rPr>
              <a:t>utti gli Angeli lo lodano.</a:t>
            </a:r>
          </a:p>
          <a:p>
            <a:pPr marL="0" indent="0" algn="ctr">
              <a:buNone/>
            </a:pPr>
            <a:endParaRPr lang="it-IT" sz="5000" dirty="0" smtClean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briola" panose="04040605051002020D02" pitchFamily="82" charset="0"/>
            </a:endParaRPr>
          </a:p>
          <a:p>
            <a:pPr marL="0" indent="0" algn="ctr">
              <a:buNone/>
            </a:pPr>
            <a:endParaRPr lang="it-IT" sz="50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briola" panose="04040605051002020D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275543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144</Words>
  <Application>Microsoft Office PowerPoint</Application>
  <PresentationFormat>Widescreen</PresentationFormat>
  <Paragraphs>31</Paragraphs>
  <Slides>6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Gabriola</vt:lpstr>
      <vt:lpstr>Tema di Office</vt:lpstr>
      <vt:lpstr>LODA  ADONAI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LODA ADONAI</dc:title>
  <dc:creator>Paolo Giametta</dc:creator>
  <cp:lastModifiedBy>Paolo Giametta</cp:lastModifiedBy>
  <cp:revision>3</cp:revision>
  <dcterms:created xsi:type="dcterms:W3CDTF">2017-02-10T14:06:09Z</dcterms:created>
  <dcterms:modified xsi:type="dcterms:W3CDTF">2017-02-10T14:25:22Z</dcterms:modified>
</cp:coreProperties>
</file>