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763" autoAdjust="0"/>
  </p:normalViewPr>
  <p:slideViewPr>
    <p:cSldViewPr>
      <p:cViewPr varScale="1">
        <p:scale>
          <a:sx n="51" d="100"/>
          <a:sy n="51" d="100"/>
        </p:scale>
        <p:origin x="-1243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75354-3648-44EE-BB97-1230EA4A2B51}" type="datetimeFigureOut">
              <a:rPr lang="it-IT" smtClean="0"/>
              <a:t>20/05/2014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D7331-5D00-4DF5-AC53-CA2530D94532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467544" y="2780928"/>
            <a:ext cx="8229600" cy="1143000"/>
          </a:xfrm>
        </p:spPr>
        <p:txBody>
          <a:bodyPr>
            <a:noAutofit/>
          </a:bodyPr>
          <a:lstStyle/>
          <a:p>
            <a:r>
              <a:rPr lang="it-IT" sz="4800" b="1" dirty="0" err="1" smtClean="0">
                <a:solidFill>
                  <a:srgbClr val="FF0000"/>
                </a:solidFill>
                <a:latin typeface="Book Antiqua" pitchFamily="18" charset="0"/>
              </a:rPr>
              <a:t>Sonreir</a:t>
            </a:r>
            <a:r>
              <a:rPr lang="it-IT" sz="4800" b="1" dirty="0" smtClean="0">
                <a:solidFill>
                  <a:srgbClr val="FF0000"/>
                </a:solidFill>
                <a:latin typeface="Book Antiqua" pitchFamily="18" charset="0"/>
              </a:rPr>
              <a:t/>
            </a:r>
            <a:br>
              <a:rPr lang="it-IT" sz="4800" b="1" dirty="0" smtClean="0">
                <a:solidFill>
                  <a:srgbClr val="FF0000"/>
                </a:solidFill>
                <a:latin typeface="Book Antiqua" pitchFamily="18" charset="0"/>
              </a:rPr>
            </a:br>
            <a:r>
              <a:rPr lang="it-IT" sz="4800" b="1" dirty="0" smtClean="0">
                <a:latin typeface="Book Antiqua" pitchFamily="18" charset="0"/>
              </a:rPr>
              <a:t/>
            </a:r>
            <a:br>
              <a:rPr lang="it-IT" sz="4800" b="1" dirty="0" smtClean="0">
                <a:latin typeface="Book Antiqua" pitchFamily="18" charset="0"/>
              </a:rPr>
            </a:br>
            <a:r>
              <a:rPr lang="it-IT" sz="4800" b="1" dirty="0" err="1" smtClean="0">
                <a:latin typeface="Book Antiqua" pitchFamily="18" charset="0"/>
              </a:rPr>
              <a:t>Sonreir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el</a:t>
            </a:r>
            <a:r>
              <a:rPr lang="it-IT" sz="4800" b="1" dirty="0" smtClean="0">
                <a:latin typeface="Book Antiqua" pitchFamily="18" charset="0"/>
              </a:rPr>
              <a:t> rostro </a:t>
            </a:r>
            <a:r>
              <a:rPr lang="it-IT" sz="4800" b="1" dirty="0" err="1" smtClean="0">
                <a:latin typeface="Book Antiqua" pitchFamily="18" charset="0"/>
              </a:rPr>
              <a:t>iluminar</a:t>
            </a:r>
            <a:r>
              <a:rPr lang="it-IT" sz="4800" b="1" dirty="0" smtClean="0">
                <a:latin typeface="Book Antiqua" pitchFamily="18" charset="0"/>
              </a:rPr>
              <a:t>,</a:t>
            </a:r>
            <a:br>
              <a:rPr lang="it-IT" sz="4800" b="1" dirty="0" smtClean="0">
                <a:latin typeface="Book Antiqua" pitchFamily="18" charset="0"/>
              </a:rPr>
            </a:br>
            <a:r>
              <a:rPr lang="it-IT" sz="4800" b="1" dirty="0" err="1" smtClean="0">
                <a:latin typeface="Book Antiqua" pitchFamily="18" charset="0"/>
              </a:rPr>
              <a:t>levantar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las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manos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hacia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Dios</a:t>
            </a:r>
            <a:r>
              <a:rPr lang="it-IT" sz="4800" b="1" dirty="0" smtClean="0">
                <a:latin typeface="Book Antiqua" pitchFamily="18" charset="0"/>
              </a:rPr>
              <a:t>,</a:t>
            </a:r>
            <a:br>
              <a:rPr lang="it-IT" sz="4800" b="1" dirty="0" smtClean="0">
                <a:latin typeface="Book Antiqua" pitchFamily="18" charset="0"/>
              </a:rPr>
            </a:br>
            <a:r>
              <a:rPr lang="it-IT" sz="4800" b="1" dirty="0" err="1" smtClean="0">
                <a:latin typeface="Book Antiqua" pitchFamily="18" charset="0"/>
              </a:rPr>
              <a:t>vuestras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manos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estrechad</a:t>
            </a:r>
            <a:r>
              <a:rPr lang="it-IT" sz="4800" b="1" dirty="0" smtClean="0">
                <a:latin typeface="Book Antiqua" pitchFamily="18" charset="0"/>
              </a:rPr>
              <a:t> ,</a:t>
            </a:r>
            <a:br>
              <a:rPr lang="it-IT" sz="4800" b="1" dirty="0" smtClean="0">
                <a:latin typeface="Book Antiqua" pitchFamily="18" charset="0"/>
              </a:rPr>
            </a:br>
            <a:r>
              <a:rPr lang="it-IT" sz="4800" b="1" dirty="0" err="1" smtClean="0">
                <a:latin typeface="Book Antiqua" pitchFamily="18" charset="0"/>
              </a:rPr>
              <a:t>que</a:t>
            </a:r>
            <a:r>
              <a:rPr lang="it-IT" sz="4800" b="1" dirty="0" smtClean="0">
                <a:latin typeface="Book Antiqua" pitchFamily="18" charset="0"/>
              </a:rPr>
              <a:t> </a:t>
            </a:r>
            <a:r>
              <a:rPr lang="it-IT" sz="4800" b="1" dirty="0" err="1" smtClean="0">
                <a:latin typeface="Book Antiqua" pitchFamily="18" charset="0"/>
              </a:rPr>
              <a:t>felicidad</a:t>
            </a:r>
            <a:r>
              <a:rPr lang="it-IT" sz="4800" b="1" dirty="0" smtClean="0">
                <a:latin typeface="Book Antiqua" pitchFamily="18" charset="0"/>
              </a:rPr>
              <a:t>…</a:t>
            </a:r>
            <a:br>
              <a:rPr lang="it-IT" sz="4800" b="1" dirty="0" smtClean="0">
                <a:latin typeface="Book Antiqua" pitchFamily="18" charset="0"/>
              </a:rPr>
            </a:br>
            <a:r>
              <a:rPr lang="it-IT" sz="4800" b="1" dirty="0" smtClean="0">
                <a:latin typeface="Book Antiqua" pitchFamily="18" charset="0"/>
              </a:rPr>
              <a:t/>
            </a:r>
            <a:br>
              <a:rPr lang="it-IT" sz="4800" b="1" dirty="0" smtClean="0">
                <a:latin typeface="Book Antiqua" pitchFamily="18" charset="0"/>
              </a:rPr>
            </a:br>
            <a:endParaRPr lang="it-IT" sz="4800" b="1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31834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5400" b="1" dirty="0">
                <a:latin typeface="Book Antiqua" pitchFamily="18" charset="0"/>
              </a:rPr>
              <a:t>Sonreir el rostro iluminar,</a:t>
            </a:r>
            <a:br>
              <a:rPr lang="es-ES" sz="5400" b="1" dirty="0">
                <a:latin typeface="Book Antiqua" pitchFamily="18" charset="0"/>
              </a:rPr>
            </a:br>
            <a:r>
              <a:rPr lang="es-ES" sz="5400" b="1" dirty="0">
                <a:latin typeface="Book Antiqua" pitchFamily="18" charset="0"/>
              </a:rPr>
              <a:t>levantar las manos hacia Dios,</a:t>
            </a:r>
            <a:br>
              <a:rPr lang="es-ES" sz="5400" b="1" dirty="0">
                <a:latin typeface="Book Antiqua" pitchFamily="18" charset="0"/>
              </a:rPr>
            </a:br>
            <a:r>
              <a:rPr lang="es-ES" sz="5400" b="1" dirty="0">
                <a:latin typeface="Book Antiqua" pitchFamily="18" charset="0"/>
              </a:rPr>
              <a:t>vuestras manos estrechad ,</a:t>
            </a:r>
            <a:br>
              <a:rPr lang="es-ES" sz="5400" b="1" dirty="0">
                <a:latin typeface="Book Antiqua" pitchFamily="18" charset="0"/>
              </a:rPr>
            </a:br>
            <a:r>
              <a:rPr lang="es-ES" sz="5400" b="1" dirty="0">
                <a:latin typeface="Book Antiqua" pitchFamily="18" charset="0"/>
              </a:rPr>
              <a:t>que </a:t>
            </a:r>
            <a:r>
              <a:rPr lang="es-ES" sz="5400" b="1" dirty="0" smtClean="0">
                <a:latin typeface="Book Antiqua" pitchFamily="18" charset="0"/>
              </a:rPr>
              <a:t>felicidad…</a:t>
            </a:r>
          </a:p>
        </p:txBody>
      </p:sp>
    </p:spTree>
    <p:extLst>
      <p:ext uri="{BB962C8B-B14F-4D97-AF65-F5344CB8AC3E}">
        <p14:creationId xmlns:p14="http://schemas.microsoft.com/office/powerpoint/2010/main" val="375070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0" indent="0">
              <a:buNone/>
            </a:pPr>
            <a:r>
              <a:rPr lang="it-IT" sz="5400" b="1" dirty="0" err="1">
                <a:latin typeface="Book Antiqua" pitchFamily="18" charset="0"/>
              </a:rPr>
              <a:t>Sonreir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el</a:t>
            </a:r>
            <a:r>
              <a:rPr lang="it-IT" sz="5400" b="1" dirty="0">
                <a:latin typeface="Book Antiqua" pitchFamily="18" charset="0"/>
              </a:rPr>
              <a:t> rostro </a:t>
            </a:r>
            <a:r>
              <a:rPr lang="it-IT" sz="5400" b="1" dirty="0" err="1">
                <a:latin typeface="Book Antiqua" pitchFamily="18" charset="0"/>
              </a:rPr>
              <a:t>iluminar</a:t>
            </a:r>
            <a:r>
              <a:rPr lang="it-IT" sz="5400" b="1" dirty="0">
                <a:latin typeface="Book Antiqua" pitchFamily="18" charset="0"/>
              </a:rPr>
              <a:t>,</a:t>
            </a:r>
            <a:br>
              <a:rPr lang="it-IT" sz="5400" b="1" dirty="0">
                <a:latin typeface="Book Antiqua" pitchFamily="18" charset="0"/>
              </a:rPr>
            </a:br>
            <a:r>
              <a:rPr lang="it-IT" sz="5400" b="1" dirty="0" err="1">
                <a:latin typeface="Book Antiqua" pitchFamily="18" charset="0"/>
              </a:rPr>
              <a:t>levantar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las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manos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hacia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Dios</a:t>
            </a:r>
            <a:r>
              <a:rPr lang="it-IT" sz="5400" b="1" dirty="0">
                <a:latin typeface="Book Antiqua" pitchFamily="18" charset="0"/>
              </a:rPr>
              <a:t>,</a:t>
            </a:r>
            <a:br>
              <a:rPr lang="it-IT" sz="5400" b="1" dirty="0">
                <a:latin typeface="Book Antiqua" pitchFamily="18" charset="0"/>
              </a:rPr>
            </a:br>
            <a:r>
              <a:rPr lang="it-IT" sz="5400" b="1" dirty="0" err="1">
                <a:latin typeface="Book Antiqua" pitchFamily="18" charset="0"/>
              </a:rPr>
              <a:t>vuestras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manos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estrechad</a:t>
            </a:r>
            <a:r>
              <a:rPr lang="it-IT" sz="5400" b="1" dirty="0">
                <a:latin typeface="Book Antiqua" pitchFamily="18" charset="0"/>
              </a:rPr>
              <a:t> ,</a:t>
            </a:r>
            <a:br>
              <a:rPr lang="it-IT" sz="5400" b="1" dirty="0">
                <a:latin typeface="Book Antiqua" pitchFamily="18" charset="0"/>
              </a:rPr>
            </a:br>
            <a:r>
              <a:rPr lang="it-IT" sz="5400" b="1" dirty="0" err="1">
                <a:latin typeface="Book Antiqua" pitchFamily="18" charset="0"/>
              </a:rPr>
              <a:t>que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felicidad</a:t>
            </a:r>
            <a:r>
              <a:rPr lang="it-IT" sz="5400" b="1" dirty="0">
                <a:latin typeface="Book Antiqua" pitchFamily="18" charset="0"/>
              </a:rPr>
              <a:t>…</a:t>
            </a:r>
            <a:br>
              <a:rPr lang="it-IT" sz="5400" b="1" dirty="0">
                <a:latin typeface="Book Antiqua" pitchFamily="18" charset="0"/>
              </a:rPr>
            </a:br>
            <a:r>
              <a:rPr lang="it-IT" sz="5400" b="1" dirty="0" err="1">
                <a:latin typeface="Book Antiqua" pitchFamily="18" charset="0"/>
              </a:rPr>
              <a:t>vuestras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manos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estrechad</a:t>
            </a:r>
            <a:r>
              <a:rPr lang="it-IT" sz="5400" b="1" dirty="0">
                <a:latin typeface="Book Antiqua" pitchFamily="18" charset="0"/>
              </a:rPr>
              <a:t> ,</a:t>
            </a:r>
            <a:br>
              <a:rPr lang="it-IT" sz="5400" b="1" dirty="0">
                <a:latin typeface="Book Antiqua" pitchFamily="18" charset="0"/>
              </a:rPr>
            </a:br>
            <a:r>
              <a:rPr lang="it-IT" sz="5400" b="1" dirty="0" err="1">
                <a:latin typeface="Book Antiqua" pitchFamily="18" charset="0"/>
              </a:rPr>
              <a:t>que</a:t>
            </a:r>
            <a:r>
              <a:rPr lang="it-IT" sz="5400" b="1" dirty="0">
                <a:latin typeface="Book Antiqua" pitchFamily="18" charset="0"/>
              </a:rPr>
              <a:t> </a:t>
            </a:r>
            <a:r>
              <a:rPr lang="it-IT" sz="5400" b="1" dirty="0" err="1">
                <a:latin typeface="Book Antiqua" pitchFamily="18" charset="0"/>
              </a:rPr>
              <a:t>felicidad</a:t>
            </a:r>
            <a:r>
              <a:rPr lang="it-IT" sz="5400" b="1" dirty="0">
                <a:latin typeface="Book Antiqua" pitchFamily="18" charset="0"/>
              </a:rPr>
              <a:t>…</a:t>
            </a:r>
            <a:r>
              <a:rPr lang="it-IT" b="1" dirty="0">
                <a:latin typeface="Book Antiqua" pitchFamily="18" charset="0"/>
              </a:rPr>
              <a:t/>
            </a:r>
            <a:br>
              <a:rPr lang="it-IT" b="1" dirty="0">
                <a:latin typeface="Book Antiqua" pitchFamily="18" charset="0"/>
              </a:rPr>
            </a:br>
            <a:r>
              <a:rPr lang="it-IT" b="1" dirty="0">
                <a:latin typeface="Book Antiqua" pitchFamily="18" charset="0"/>
              </a:rPr>
              <a:t/>
            </a:r>
            <a:br>
              <a:rPr lang="it-IT" b="1" dirty="0">
                <a:latin typeface="Book Antiqua" pitchFamily="18" charset="0"/>
              </a:rPr>
            </a:b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155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</Words>
  <Application>Microsoft Office PowerPoint</Application>
  <PresentationFormat>Presentazione su schermo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Sonreir  Sonreir el rostro iluminar, levantar las manos hacia Dios, vuestras manos estrechad , que felicidad…  </vt:lpstr>
      <vt:lpstr>Presentazione standard di PowerPoint</vt:lpstr>
      <vt:lpstr>Presentazione standard di PowerPoint</vt:lpstr>
    </vt:vector>
  </TitlesOfParts>
  <Company>PAOLO FRANCA SARA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Sonreir Sonreir el rostro iluminar, levantar las manos hacia Dios, vuestras manos estrechad , que felicidad… </dc:title>
  <dc:creator>PAOLO FRANCA SARA</dc:creator>
  <cp:lastModifiedBy>GRUPPO MERATE</cp:lastModifiedBy>
  <cp:revision>8</cp:revision>
  <dcterms:created xsi:type="dcterms:W3CDTF">2011-08-06T13:26:23Z</dcterms:created>
  <dcterms:modified xsi:type="dcterms:W3CDTF">2014-05-20T18:37:31Z</dcterms:modified>
</cp:coreProperties>
</file>