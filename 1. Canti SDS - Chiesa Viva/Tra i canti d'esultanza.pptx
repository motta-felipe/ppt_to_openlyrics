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406020"/>
            <a:ext cx="6172199" cy="2251579"/>
          </a:xfrm>
        </p:spPr>
        <p:txBody>
          <a:bodyPr lIns="0" rIns="0" anchor="t">
            <a:noAutofit/>
          </a:bodyPr>
          <a:lstStyle>
            <a:lvl1pPr>
              <a:defRPr sz="66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905864"/>
            <a:ext cx="6172200" cy="112333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456432" y="1545336"/>
            <a:ext cx="4224528" cy="3886200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472184"/>
            <a:ext cx="6172200" cy="2130552"/>
          </a:xfrm>
        </p:spPr>
        <p:txBody>
          <a:bodyPr anchor="t">
            <a:noAutofit/>
          </a:bodyPr>
          <a:lstStyle>
            <a:lvl1pPr algn="l">
              <a:defRPr sz="4800" b="1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3886200"/>
            <a:ext cx="6172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9600"/>
            <a:ext cx="3616325" cy="10668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86998" y="1915859"/>
            <a:ext cx="3646966" cy="28814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754" y="1915881"/>
            <a:ext cx="3639311" cy="288139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9600"/>
            <a:ext cx="3615734" cy="1066799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916113"/>
            <a:ext cx="3638550" cy="646112"/>
          </a:xfrm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860676"/>
            <a:ext cx="3638550" cy="288289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5" y="1916113"/>
            <a:ext cx="3660775" cy="646112"/>
          </a:xfrm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2860676"/>
            <a:ext cx="3651250" cy="28829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162800" y="1551543"/>
            <a:ext cx="1828800" cy="365125"/>
          </a:xfrm>
        </p:spPr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450" y="1920876"/>
            <a:ext cx="3654425" cy="288924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6425"/>
            <a:ext cx="3629025" cy="1041400"/>
          </a:xfrm>
        </p:spPr>
        <p:txBody>
          <a:bodyPr anchor="t">
            <a:normAutofit/>
          </a:bodyPr>
          <a:lstStyle>
            <a:lvl1pPr algn="l">
              <a:defRPr sz="1800" b="1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920875"/>
            <a:ext cx="3629025" cy="18129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0074"/>
            <a:ext cx="2074862" cy="1981201"/>
          </a:xfrm>
          <a:ln>
            <a:noFill/>
          </a:ln>
        </p:spPr>
        <p:txBody>
          <a:bodyPr anchor="t">
            <a:normAutofit/>
          </a:bodyPr>
          <a:lstStyle>
            <a:lvl1pPr algn="l">
              <a:defRPr sz="18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63862" y="1650999"/>
            <a:ext cx="5627687" cy="42207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3862" y="614363"/>
            <a:ext cx="3741738" cy="90963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4400" y="1554480"/>
            <a:ext cx="4222308" cy="3886202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9848" y="1554480"/>
            <a:ext cx="2075688" cy="3886200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6432" y="1554480"/>
            <a:ext cx="4224528" cy="3886200"/>
          </a:xfrm>
        </p:spPr>
        <p:txBody>
          <a:bodyPr vert="eaVer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1554480"/>
            <a:ext cx="2073348" cy="19794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4400" y="1547036"/>
            <a:ext cx="4222308" cy="3886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62800" y="18946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1A85A-FE33-41F6-A1C5-09EDB6D93AE7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9848" y="6356350"/>
            <a:ext cx="51023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59752" y="6356350"/>
            <a:ext cx="113768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34F30-D68B-44F3-B926-07A0A5BD23AE}" type="slidenum">
              <a:rPr lang="it-IT" smtClean="0"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1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580880" y="2531685"/>
            <a:ext cx="798225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6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Tra i canti d’esultanza</a:t>
            </a:r>
            <a:endParaRPr lang="it-IT" sz="6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00B0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474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971600" y="548680"/>
            <a:ext cx="73448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/>
              <a:t>Tra le nuvole del ciel,</a:t>
            </a:r>
          </a:p>
          <a:p>
            <a:pPr algn="ctr"/>
            <a:r>
              <a:rPr lang="it-IT" sz="5400" dirty="0" smtClean="0"/>
              <a:t>Vedo già all’orizzonte</a:t>
            </a:r>
          </a:p>
          <a:p>
            <a:pPr algn="ctr"/>
            <a:r>
              <a:rPr lang="it-IT" sz="5400" dirty="0" smtClean="0"/>
              <a:t>Il ritorno del Signor,</a:t>
            </a:r>
          </a:p>
          <a:p>
            <a:pPr algn="ctr"/>
            <a:r>
              <a:rPr lang="it-IT" sz="5400" dirty="0" smtClean="0"/>
              <a:t>E la schiera dei credenti</a:t>
            </a:r>
          </a:p>
          <a:p>
            <a:pPr algn="ctr"/>
            <a:r>
              <a:rPr lang="it-IT" sz="5400" dirty="0" smtClean="0"/>
              <a:t>Si unisce agli angeli</a:t>
            </a:r>
          </a:p>
          <a:p>
            <a:pPr algn="ctr"/>
            <a:r>
              <a:rPr lang="it-IT" sz="5400" dirty="0" smtClean="0"/>
              <a:t>Per dare gloria a lui</a:t>
            </a:r>
            <a:endParaRPr lang="it-IT" sz="5400" dirty="0"/>
          </a:p>
        </p:txBody>
      </p:sp>
    </p:spTree>
    <p:extLst>
      <p:ext uri="{BB962C8B-B14F-4D97-AF65-F5344CB8AC3E}">
        <p14:creationId xmlns:p14="http://schemas.microsoft.com/office/powerpoint/2010/main" val="92485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308288" y="1556792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/>
              <a:t>GLORIA, GLORIA, ALLELUIA,</a:t>
            </a:r>
          </a:p>
          <a:p>
            <a:pPr algn="ctr"/>
            <a:r>
              <a:rPr lang="it-IT" sz="5400" dirty="0" smtClean="0"/>
              <a:t>GLORIA, GLORIA, ALLELUIA,</a:t>
            </a:r>
          </a:p>
          <a:p>
            <a:pPr algn="ctr"/>
            <a:r>
              <a:rPr lang="it-IT" sz="5400" dirty="0" smtClean="0"/>
              <a:t>GLORIA, GLORIA, ALLELUIA,</a:t>
            </a:r>
          </a:p>
          <a:p>
            <a:pPr algn="ctr"/>
            <a:r>
              <a:rPr lang="it-IT" sz="5400" dirty="0" smtClean="0"/>
              <a:t>GESU’ RITORNERA’</a:t>
            </a:r>
          </a:p>
        </p:txBody>
      </p:sp>
    </p:spTree>
    <p:extLst>
      <p:ext uri="{BB962C8B-B14F-4D97-AF65-F5344CB8AC3E}">
        <p14:creationId xmlns:p14="http://schemas.microsoft.com/office/powerpoint/2010/main" val="15577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308288" y="1556792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/>
              <a:t>GLORIA, GLORIA, ALLELUIA,</a:t>
            </a:r>
          </a:p>
          <a:p>
            <a:pPr algn="ctr"/>
            <a:r>
              <a:rPr lang="it-IT" sz="5400" dirty="0" smtClean="0"/>
              <a:t>GLORIA, GLORIA, ALLELUIA,</a:t>
            </a:r>
          </a:p>
          <a:p>
            <a:pPr algn="ctr"/>
            <a:r>
              <a:rPr lang="it-IT" sz="5400" dirty="0" smtClean="0"/>
              <a:t>GLORIA, GLORIA, ALLELUIA,</a:t>
            </a:r>
          </a:p>
          <a:p>
            <a:pPr algn="ctr"/>
            <a:r>
              <a:rPr lang="it-IT" sz="5400" dirty="0" smtClean="0"/>
              <a:t>GESU’ RITORNERA’</a:t>
            </a:r>
          </a:p>
        </p:txBody>
      </p:sp>
    </p:spTree>
    <p:extLst>
      <p:ext uri="{BB962C8B-B14F-4D97-AF65-F5344CB8AC3E}">
        <p14:creationId xmlns:p14="http://schemas.microsoft.com/office/powerpoint/2010/main" val="1350395132"/>
      </p:ext>
    </p:extLst>
  </p:cSld>
  <p:clrMapOvr>
    <a:masterClrMapping/>
  </p:clrMapOvr>
</p:sld>
</file>

<file path=ppt/theme/theme1.xml><?xml version="1.0" encoding="utf-8"?>
<a:theme xmlns:a="http://schemas.openxmlformats.org/drawingml/2006/main" name="Fiera">
  <a:themeElements>
    <a:clrScheme name="Chiaro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Fiera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宋体"/>
        <a:font script="Hant" typeface="新細明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era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300000"/>
              </a:schemeClr>
            </a:gs>
            <a:gs pos="35000">
              <a:schemeClr val="phClr">
                <a:tint val="45000"/>
                <a:satMod val="300000"/>
              </a:schemeClr>
            </a:gs>
            <a:gs pos="69000">
              <a:schemeClr val="phClr">
                <a:tint val="45000"/>
                <a:satMod val="350000"/>
              </a:schemeClr>
            </a:gs>
            <a:gs pos="100000">
              <a:schemeClr val="phClr">
                <a:tint val="60000"/>
                <a:satMod val="350000"/>
              </a:schemeClr>
            </a:gs>
          </a:gsLst>
          <a:path path="circle">
            <a:fillToRect l="50000" t="50000" r="100000" b="100000"/>
          </a:path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38475" cap="flat" cmpd="sng" algn="ctr">
          <a:solidFill>
            <a:schemeClr val="phClr"/>
          </a:solidFill>
          <a:prstDash val="solid"/>
        </a:ln>
        <a:ln w="548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4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>
              <a:rot lat="0" lon="0" rev="3600000"/>
            </a:lightRig>
          </a:scene3d>
          <a:sp3d contourW="31750" prstMaterial="flat">
            <a:bevelT w="127000" h="254000" prst="angle"/>
            <a:contourClr>
              <a:schemeClr val="phClr">
                <a:shade val="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20000">
              <a:schemeClr val="phClr">
                <a:tint val="80000"/>
                <a:lumMod val="100000"/>
              </a:schemeClr>
            </a:gs>
            <a:gs pos="100000">
              <a:schemeClr val="phClr">
                <a:tint val="100000"/>
                <a:lumMod val="80000"/>
              </a:schemeClr>
            </a:gs>
          </a:gsLst>
          <a:path path="circle">
            <a:fillToRect l="50000" t="20000" r="100000" b="100000"/>
          </a:path>
        </a:gradFill>
        <a:gradFill rotWithShape="1">
          <a:gsLst>
            <a:gs pos="0">
              <a:schemeClr val="phClr">
                <a:tint val="100000"/>
                <a:lumMod val="100000"/>
              </a:schemeClr>
            </a:gs>
            <a:gs pos="100000">
              <a:schemeClr val="phClr">
                <a:shade val="100000"/>
                <a:lumMod val="60000"/>
              </a:schemeClr>
            </a:gs>
          </a:gsLst>
          <a:path path="circle">
            <a:fillToRect l="50000" t="2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TC101859861[[fn=Fiera]]</Template>
  <TotalTime>4</TotalTime>
  <Words>76</Words>
  <Application>Microsoft Office PowerPoint</Application>
  <PresentationFormat>Presentazione su schermo (4:3)</PresentationFormat>
  <Paragraphs>15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Fiera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GRUPPO MERATE</dc:creator>
  <cp:lastModifiedBy>GRUPPO MERATE</cp:lastModifiedBy>
  <cp:revision>1</cp:revision>
  <dcterms:created xsi:type="dcterms:W3CDTF">2015-12-19T13:27:18Z</dcterms:created>
  <dcterms:modified xsi:type="dcterms:W3CDTF">2015-12-19T13:32:02Z</dcterms:modified>
</cp:coreProperties>
</file>