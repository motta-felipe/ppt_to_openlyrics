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8" r:id="rId2"/>
    <p:sldId id="264" r:id="rId3"/>
    <p:sldId id="266" r:id="rId4"/>
    <p:sldId id="265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16C76-A343-4272-A492-2D948009474E}" v="7" dt="2020-05-16T09:38:43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43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- Ofmer Srl" userId="dcf0823e-aec4-4903-922b-98130286a19e" providerId="ADAL" clId="{F5716C76-A343-4272-A492-2D948009474E}"/>
    <pc:docChg chg="modSld">
      <pc:chgData name="Paolo - Ofmer Srl" userId="dcf0823e-aec4-4903-922b-98130286a19e" providerId="ADAL" clId="{F5716C76-A343-4272-A492-2D948009474E}" dt="2020-05-16T09:38:43.277" v="6"/>
      <pc:docMkLst>
        <pc:docMk/>
      </pc:docMkLst>
      <pc:sldChg chg="addSp modSp">
        <pc:chgData name="Paolo - Ofmer Srl" userId="dcf0823e-aec4-4903-922b-98130286a19e" providerId="ADAL" clId="{F5716C76-A343-4272-A492-2D948009474E}" dt="2020-05-16T09:38:33.671" v="0"/>
        <pc:sldMkLst>
          <pc:docMk/>
          <pc:sldMk cId="1465871374" sldId="258"/>
        </pc:sldMkLst>
        <pc:spChg chg="add mod">
          <ac:chgData name="Paolo - Ofmer Srl" userId="dcf0823e-aec4-4903-922b-98130286a19e" providerId="ADAL" clId="{F5716C76-A343-4272-A492-2D948009474E}" dt="2020-05-16T09:38:33.671" v="0"/>
          <ac:spMkLst>
            <pc:docMk/>
            <pc:sldMk cId="1465871374" sldId="258"/>
            <ac:spMk id="7" creationId="{FDB1B394-FA0A-4B7A-B749-A1CD2A3C3047}"/>
          </ac:spMkLst>
        </pc:spChg>
      </pc:sldChg>
      <pc:sldChg chg="addSp modSp">
        <pc:chgData name="Paolo - Ofmer Srl" userId="dcf0823e-aec4-4903-922b-98130286a19e" providerId="ADAL" clId="{F5716C76-A343-4272-A492-2D948009474E}" dt="2020-05-16T09:38:35.349" v="1"/>
        <pc:sldMkLst>
          <pc:docMk/>
          <pc:sldMk cId="4020683075" sldId="264"/>
        </pc:sldMkLst>
        <pc:spChg chg="add mod">
          <ac:chgData name="Paolo - Ofmer Srl" userId="dcf0823e-aec4-4903-922b-98130286a19e" providerId="ADAL" clId="{F5716C76-A343-4272-A492-2D948009474E}" dt="2020-05-16T09:38:35.349" v="1"/>
          <ac:spMkLst>
            <pc:docMk/>
            <pc:sldMk cId="4020683075" sldId="264"/>
            <ac:spMk id="7" creationId="{37430CE3-1F32-4769-9DEE-914715BE0100}"/>
          </ac:spMkLst>
        </pc:spChg>
      </pc:sldChg>
      <pc:sldChg chg="addSp modSp">
        <pc:chgData name="Paolo - Ofmer Srl" userId="dcf0823e-aec4-4903-922b-98130286a19e" providerId="ADAL" clId="{F5716C76-A343-4272-A492-2D948009474E}" dt="2020-05-16T09:38:38.616" v="3"/>
        <pc:sldMkLst>
          <pc:docMk/>
          <pc:sldMk cId="1335583838" sldId="265"/>
        </pc:sldMkLst>
        <pc:spChg chg="add mod">
          <ac:chgData name="Paolo - Ofmer Srl" userId="dcf0823e-aec4-4903-922b-98130286a19e" providerId="ADAL" clId="{F5716C76-A343-4272-A492-2D948009474E}" dt="2020-05-16T09:38:38.616" v="3"/>
          <ac:spMkLst>
            <pc:docMk/>
            <pc:sldMk cId="1335583838" sldId="265"/>
            <ac:spMk id="7" creationId="{2A3AE30B-7708-4347-BFAC-FFC3B7E7003E}"/>
          </ac:spMkLst>
        </pc:spChg>
      </pc:sldChg>
      <pc:sldChg chg="addSp modSp">
        <pc:chgData name="Paolo - Ofmer Srl" userId="dcf0823e-aec4-4903-922b-98130286a19e" providerId="ADAL" clId="{F5716C76-A343-4272-A492-2D948009474E}" dt="2020-05-16T09:38:36.758" v="2"/>
        <pc:sldMkLst>
          <pc:docMk/>
          <pc:sldMk cId="2126963183" sldId="266"/>
        </pc:sldMkLst>
        <pc:spChg chg="add mod">
          <ac:chgData name="Paolo - Ofmer Srl" userId="dcf0823e-aec4-4903-922b-98130286a19e" providerId="ADAL" clId="{F5716C76-A343-4272-A492-2D948009474E}" dt="2020-05-16T09:38:36.758" v="2"/>
          <ac:spMkLst>
            <pc:docMk/>
            <pc:sldMk cId="2126963183" sldId="266"/>
            <ac:spMk id="7" creationId="{1F084EF3-5497-4F0F-B95F-AED673384D19}"/>
          </ac:spMkLst>
        </pc:spChg>
      </pc:sldChg>
      <pc:sldChg chg="addSp modSp">
        <pc:chgData name="Paolo - Ofmer Srl" userId="dcf0823e-aec4-4903-922b-98130286a19e" providerId="ADAL" clId="{F5716C76-A343-4272-A492-2D948009474E}" dt="2020-05-16T09:38:40.278" v="4"/>
        <pc:sldMkLst>
          <pc:docMk/>
          <pc:sldMk cId="2336532074" sldId="267"/>
        </pc:sldMkLst>
        <pc:spChg chg="add mod">
          <ac:chgData name="Paolo - Ofmer Srl" userId="dcf0823e-aec4-4903-922b-98130286a19e" providerId="ADAL" clId="{F5716C76-A343-4272-A492-2D948009474E}" dt="2020-05-16T09:38:40.278" v="4"/>
          <ac:spMkLst>
            <pc:docMk/>
            <pc:sldMk cId="2336532074" sldId="267"/>
            <ac:spMk id="7" creationId="{45539660-C83D-4939-A514-2D358EFE0228}"/>
          </ac:spMkLst>
        </pc:spChg>
      </pc:sldChg>
      <pc:sldChg chg="addSp modSp">
        <pc:chgData name="Paolo - Ofmer Srl" userId="dcf0823e-aec4-4903-922b-98130286a19e" providerId="ADAL" clId="{F5716C76-A343-4272-A492-2D948009474E}" dt="2020-05-16T09:38:41.597" v="5"/>
        <pc:sldMkLst>
          <pc:docMk/>
          <pc:sldMk cId="1991669889" sldId="268"/>
        </pc:sldMkLst>
        <pc:spChg chg="add mod">
          <ac:chgData name="Paolo - Ofmer Srl" userId="dcf0823e-aec4-4903-922b-98130286a19e" providerId="ADAL" clId="{F5716C76-A343-4272-A492-2D948009474E}" dt="2020-05-16T09:38:41.597" v="5"/>
          <ac:spMkLst>
            <pc:docMk/>
            <pc:sldMk cId="1991669889" sldId="268"/>
            <ac:spMk id="7" creationId="{DB91489C-B029-464C-830A-F2EB57B600EA}"/>
          </ac:spMkLst>
        </pc:spChg>
      </pc:sldChg>
      <pc:sldChg chg="addSp modSp">
        <pc:chgData name="Paolo - Ofmer Srl" userId="dcf0823e-aec4-4903-922b-98130286a19e" providerId="ADAL" clId="{F5716C76-A343-4272-A492-2D948009474E}" dt="2020-05-16T09:38:43.277" v="6"/>
        <pc:sldMkLst>
          <pc:docMk/>
          <pc:sldMk cId="1595092904" sldId="269"/>
        </pc:sldMkLst>
        <pc:spChg chg="add mod">
          <ac:chgData name="Paolo - Ofmer Srl" userId="dcf0823e-aec4-4903-922b-98130286a19e" providerId="ADAL" clId="{F5716C76-A343-4272-A492-2D948009474E}" dt="2020-05-16T09:38:43.277" v="6"/>
          <ac:spMkLst>
            <pc:docMk/>
            <pc:sldMk cId="1595092904" sldId="269"/>
            <ac:spMk id="7" creationId="{68D6EEF6-DE0F-4509-B497-2831851BEF9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35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6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75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30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68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48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8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83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5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98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2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772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427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512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57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7E10-010D-450C-A9FA-2A8D7EF66273}" type="datetimeFigureOut">
              <a:rPr lang="it-IT" smtClean="0"/>
              <a:t>16/07/2022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27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180445" y="102805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807633" y="785356"/>
            <a:ext cx="874031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endParaRPr lang="it-I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it-IT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LÁ NEL CIEL QUI SULLA TERRA</a:t>
            </a:r>
          </a:p>
          <a:p>
            <a:pPr algn="ctr">
              <a:spcAft>
                <a:spcPts val="600"/>
              </a:spcAft>
            </a:pPr>
            <a:endParaRPr lang="it-IT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7581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" name="47 - Là nel ciel qui sulla terra">
            <a:hlinkClick r:id="" action="ppaction://media"/>
            <a:extLst>
              <a:ext uri="{FF2B5EF4-FFF2-40B4-BE49-F238E27FC236}">
                <a16:creationId xmlns:a16="http://schemas.microsoft.com/office/drawing/2014/main" id="{8916328A-7B74-410A-9168-052FD916C8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15538" y="520419"/>
            <a:ext cx="609600" cy="6096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DB1B394-FA0A-4B7A-B749-A1CD2A3C3047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14658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733356" y="1890117"/>
            <a:ext cx="681099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 nel ciel, qui sulla terra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pel mio cuor fervente e grato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 c'è nome più adorato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bel nome di Gesù.</a:t>
            </a: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1°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7430CE3-1F32-4769-9DEE-914715BE0100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0206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263317" y="1551563"/>
            <a:ext cx="76088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Gesù Cristo, che bel nome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 il Santo del Signore,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mi amò d'immenso amore,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mi aprì le vie del ciel.</a:t>
            </a:r>
          </a:p>
          <a:p>
            <a:pPr algn="ctr"/>
            <a:endParaRPr lang="it-IT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F084EF3-5497-4F0F-B95F-AED673384D19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212696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06597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808857" y="1890117"/>
            <a:ext cx="681099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Nessun uomo sulla terra,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sia pur ricco di tesori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abbia pur di re gli onori,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è più grande di Gesù.</a:t>
            </a: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2°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A3AE30B-7708-4347-BFAC-FFC3B7E7003E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133558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263317" y="1551563"/>
            <a:ext cx="76088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Gesù Cristo, che bel nome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 il Santo del Signore,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mi amò d'immenso amore,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mi aprì le vie del ciel.</a:t>
            </a:r>
          </a:p>
          <a:p>
            <a:pPr algn="ctr"/>
            <a:endParaRPr lang="it-IT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5539660-C83D-4939-A514-2D358EFE0228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233653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06597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808857" y="1890117"/>
            <a:ext cx="681099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 è prezioso il santo affetto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fratello o genitore,</a:t>
            </a:r>
          </a:p>
          <a:p>
            <a:pPr algn="ctr"/>
            <a:r>
              <a:rPr lang="it-IT" sz="4400"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c'è nel mondo amore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pari a quello di Gesù.</a:t>
            </a: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3°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91489C-B029-464C-830A-F2EB57B600E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199166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47 - Là nel ciel qui sulla terra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263317" y="1551563"/>
            <a:ext cx="76088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Gesù Cristo, che bel nome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 il Santo del Signore,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mi amò d'immenso amore,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 mi aprì le vie del ciel.</a:t>
            </a:r>
          </a:p>
          <a:p>
            <a:pPr algn="ctr"/>
            <a:endParaRPr lang="it-IT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/>
              <a:t> </a:t>
            </a:r>
            <a:endParaRPr lang="it-IT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35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8D6EEF6-DE0F-4509-B497-2831851BEF91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159509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</TotalTime>
  <Words>276</Words>
  <Application>Microsoft Office PowerPoint</Application>
  <PresentationFormat>Widescreen</PresentationFormat>
  <Paragraphs>55</Paragraphs>
  <Slides>7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Filo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- Ofmer Srl</dc:creator>
  <cp:lastModifiedBy>Chiesa Merate</cp:lastModifiedBy>
  <cp:revision>13</cp:revision>
  <dcterms:created xsi:type="dcterms:W3CDTF">2019-09-14T21:39:23Z</dcterms:created>
  <dcterms:modified xsi:type="dcterms:W3CDTF">2022-07-16T07:46:53Z</dcterms:modified>
</cp:coreProperties>
</file>