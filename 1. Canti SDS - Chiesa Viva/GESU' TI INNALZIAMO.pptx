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1" d="100"/>
          <a:sy n="51" d="100"/>
        </p:scale>
        <p:origin x="-336" y="-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055F8-1D02-4417-9241-55C834FD9970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idx="4294967295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lang="it-IT" sz="8000" b="1" dirty="0" smtClean="0">
                <a:solidFill>
                  <a:srgbClr val="002060"/>
                </a:solidFill>
                <a:latin typeface="Bodoni MT" pitchFamily="18" charset="0"/>
              </a:rPr>
              <a:t>Gesù ti innalziamo</a:t>
            </a:r>
            <a:endParaRPr lang="it-IT" sz="8000" b="1" dirty="0">
              <a:solidFill>
                <a:srgbClr val="002060"/>
              </a:solidFill>
              <a:latin typeface="Bodoni MT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90033"/>
                                      </p:to>
                                    </p:animClr>
                                    <p:animClr clrSpc="rgb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90033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Bodoni MT" pitchFamily="18" charset="0"/>
              </a:rPr>
              <a:t>Gesù</a:t>
            </a:r>
            <a:r>
              <a:rPr lang="it-IT" sz="6600" b="1" dirty="0" smtClean="0">
                <a:solidFill>
                  <a:srgbClr val="9900FF"/>
                </a:solidFill>
                <a:latin typeface="Bodoni MT" pitchFamily="18" charset="0"/>
              </a:rPr>
              <a:t> </a:t>
            </a:r>
            <a:r>
              <a:rPr lang="it-IT" sz="6600" b="1" dirty="0" smtClean="0">
                <a:solidFill>
                  <a:srgbClr val="002060"/>
                </a:solidFill>
                <a:latin typeface="Bodoni MT" pitchFamily="18" charset="0"/>
              </a:rPr>
              <a:t>ti innalziamo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Bodoni MT" pitchFamily="18" charset="0"/>
              </a:rPr>
              <a:t>Proclamandoti Re.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Bodoni MT" pitchFamily="18" charset="0"/>
              </a:rPr>
              <a:t>In mezzo a noi sul tuo trono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Bodoni MT" pitchFamily="18" charset="0"/>
              </a:rPr>
              <a:t>Sei esaltato o Signor.</a:t>
            </a:r>
            <a:endParaRPr lang="it-IT" sz="6600" b="1" dirty="0">
              <a:solidFill>
                <a:srgbClr val="002060"/>
              </a:solidFill>
              <a:latin typeface="Bodoni MT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Bodoni MT" pitchFamily="18" charset="0"/>
              </a:rPr>
              <a:t>E mentre noi t’adoriamo,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Bodoni MT" pitchFamily="18" charset="0"/>
              </a:rPr>
              <a:t>E mentre noi t’adoriamo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Bodoni MT" pitchFamily="18" charset="0"/>
              </a:rPr>
              <a:t>E mentre noi t’adoriamo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Bodoni MT" pitchFamily="18" charset="0"/>
              </a:rPr>
              <a:t>Sali in alto e regna su noi.</a:t>
            </a:r>
            <a:endParaRPr lang="it-IT" sz="6600" b="1" dirty="0">
              <a:solidFill>
                <a:srgbClr val="002060"/>
              </a:solidFill>
              <a:latin typeface="Bodoni MT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Bodoni MT" pitchFamily="18" charset="0"/>
              </a:rPr>
              <a:t>Gesù ti amiamo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Bodoni MT" pitchFamily="18" charset="0"/>
              </a:rPr>
              <a:t>Perché tu hai amato noi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Bodoni MT" pitchFamily="18" charset="0"/>
              </a:rPr>
              <a:t>Tu Cristo sei, </a:t>
            </a:r>
            <a:r>
              <a:rPr lang="it-IT" sz="6600" b="1" dirty="0" err="1" smtClean="0">
                <a:solidFill>
                  <a:srgbClr val="002060"/>
                </a:solidFill>
                <a:latin typeface="Bodoni MT" pitchFamily="18" charset="0"/>
              </a:rPr>
              <a:t>sei</a:t>
            </a:r>
            <a:r>
              <a:rPr lang="it-IT" sz="6600" b="1" dirty="0" smtClean="0">
                <a:solidFill>
                  <a:srgbClr val="002060"/>
                </a:solidFill>
                <a:latin typeface="Bodoni MT" pitchFamily="18" charset="0"/>
              </a:rPr>
              <a:t> l’</a:t>
            </a:r>
            <a:r>
              <a:rPr lang="it-IT" sz="6600" b="1" dirty="0" err="1" smtClean="0">
                <a:solidFill>
                  <a:srgbClr val="002060"/>
                </a:solidFill>
                <a:latin typeface="Bodoni MT" pitchFamily="18" charset="0"/>
              </a:rPr>
              <a:t>Agnel</a:t>
            </a:r>
            <a:r>
              <a:rPr lang="it-IT" sz="6600" b="1" dirty="0" smtClean="0">
                <a:solidFill>
                  <a:srgbClr val="002060"/>
                </a:solidFill>
                <a:latin typeface="Bodoni MT" pitchFamily="18" charset="0"/>
              </a:rPr>
              <a:t> di Dio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Bodoni MT" pitchFamily="18" charset="0"/>
              </a:rPr>
              <a:t>La tua vita ci hai </a:t>
            </a:r>
            <a:r>
              <a:rPr lang="it-IT" sz="6600" b="1" dirty="0" smtClean="0">
                <a:solidFill>
                  <a:srgbClr val="002060"/>
                </a:solidFill>
                <a:latin typeface="Bodoni MT" pitchFamily="18" charset="0"/>
              </a:rPr>
              <a:t>donato.</a:t>
            </a:r>
            <a:endParaRPr lang="it-IT" sz="6600" b="1" dirty="0">
              <a:solidFill>
                <a:srgbClr val="002060"/>
              </a:solidFill>
              <a:latin typeface="Bodoni MT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Bodoni MT" pitchFamily="18" charset="0"/>
              </a:rPr>
              <a:t>E mentre noi t’adoriamo,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Bodoni MT" pitchFamily="18" charset="0"/>
              </a:rPr>
              <a:t>E mentre noi t’adoriamo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Bodoni MT" pitchFamily="18" charset="0"/>
              </a:rPr>
              <a:t>E mentre noi t’adoriamo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Bodoni MT" pitchFamily="18" charset="0"/>
              </a:rPr>
              <a:t>Sali in alto e regna su </a:t>
            </a:r>
            <a:r>
              <a:rPr lang="it-IT" sz="6600" b="1" dirty="0" smtClean="0">
                <a:solidFill>
                  <a:srgbClr val="002060"/>
                </a:solidFill>
                <a:latin typeface="Bodoni MT" pitchFamily="18" charset="0"/>
              </a:rPr>
              <a:t>noi.</a:t>
            </a:r>
            <a:endParaRPr lang="it-IT" sz="6600" b="1" dirty="0">
              <a:solidFill>
                <a:srgbClr val="002060"/>
              </a:solidFill>
              <a:latin typeface="Bodoni MT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7200" b="1" dirty="0" smtClean="0">
                <a:solidFill>
                  <a:srgbClr val="002060"/>
                </a:solidFill>
                <a:latin typeface="Bodoni MT" pitchFamily="18" charset="0"/>
              </a:rPr>
              <a:t>Gesù ti lodiamo</a:t>
            </a:r>
          </a:p>
          <a:p>
            <a:pPr>
              <a:buNone/>
            </a:pPr>
            <a:r>
              <a:rPr lang="it-IT" sz="7200" b="1" dirty="0" smtClean="0">
                <a:solidFill>
                  <a:srgbClr val="002060"/>
                </a:solidFill>
                <a:latin typeface="Bodoni MT" pitchFamily="18" charset="0"/>
              </a:rPr>
              <a:t>Perché degno ne sei.</a:t>
            </a:r>
          </a:p>
          <a:p>
            <a:pPr>
              <a:buNone/>
            </a:pPr>
            <a:r>
              <a:rPr lang="it-IT" sz="7200" b="1" dirty="0" smtClean="0">
                <a:solidFill>
                  <a:srgbClr val="002060"/>
                </a:solidFill>
                <a:latin typeface="Bodoni MT" pitchFamily="18" charset="0"/>
              </a:rPr>
              <a:t>Ci salvi tu, ci santifichi,</a:t>
            </a:r>
          </a:p>
          <a:p>
            <a:pPr>
              <a:buNone/>
            </a:pPr>
            <a:r>
              <a:rPr lang="it-IT" sz="7200" b="1" dirty="0" smtClean="0">
                <a:solidFill>
                  <a:srgbClr val="002060"/>
                </a:solidFill>
                <a:latin typeface="Bodoni MT" pitchFamily="18" charset="0"/>
              </a:rPr>
              <a:t>Col tuo sangue ci hai </a:t>
            </a:r>
            <a:r>
              <a:rPr lang="it-IT" sz="7200" b="1" dirty="0" smtClean="0">
                <a:solidFill>
                  <a:srgbClr val="002060"/>
                </a:solidFill>
                <a:latin typeface="Bodoni MT" pitchFamily="18" charset="0"/>
              </a:rPr>
              <a:t>lavati.</a:t>
            </a:r>
            <a:endParaRPr lang="it-IT" sz="7200" b="1" dirty="0">
              <a:solidFill>
                <a:srgbClr val="002060"/>
              </a:solidFill>
              <a:latin typeface="Bodoni MT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Bodoni MT" pitchFamily="18" charset="0"/>
              </a:rPr>
              <a:t>E mentre noi t’adoriamo,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Bodoni MT" pitchFamily="18" charset="0"/>
              </a:rPr>
              <a:t>E mentre noi t’adoriamo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Bodoni MT" pitchFamily="18" charset="0"/>
              </a:rPr>
              <a:t>E mentre noi t’adoriamo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Bodoni MT" pitchFamily="18" charset="0"/>
              </a:rPr>
              <a:t>Sali in alto e regna su noi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Bodoni MT" pitchFamily="18" charset="0"/>
              </a:rPr>
              <a:t>Sali in alto e regna su noi ( x 2)</a:t>
            </a:r>
            <a:endParaRPr lang="it-IT" sz="6600" b="1" dirty="0">
              <a:solidFill>
                <a:srgbClr val="002060"/>
              </a:solidFill>
              <a:latin typeface="Bodoni MT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139</Words>
  <Application>Microsoft Office PowerPoint</Application>
  <PresentationFormat>Presentazione su schermo (4:3)</PresentationFormat>
  <Paragraphs>26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8" baseType="lpstr">
      <vt:lpstr>Tema di Office</vt:lpstr>
      <vt:lpstr>Gesù ti innalziamo</vt:lpstr>
      <vt:lpstr>Diapositiva 2</vt:lpstr>
      <vt:lpstr>Diapositiva 3</vt:lpstr>
      <vt:lpstr>Diapositiva 4</vt:lpstr>
      <vt:lpstr>Diapositiva 5</vt:lpstr>
      <vt:lpstr>Diapositiva 6</vt:lpstr>
      <vt:lpstr>Diapositiva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Francy</dc:creator>
  <cp:lastModifiedBy>UTENTE</cp:lastModifiedBy>
  <cp:revision>10</cp:revision>
  <dcterms:created xsi:type="dcterms:W3CDTF">2012-10-14T13:26:01Z</dcterms:created>
  <dcterms:modified xsi:type="dcterms:W3CDTF">2012-10-20T13:49:53Z</dcterms:modified>
</cp:coreProperties>
</file>