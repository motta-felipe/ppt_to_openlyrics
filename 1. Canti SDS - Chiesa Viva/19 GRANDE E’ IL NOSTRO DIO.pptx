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0945-82C2-4652-B7A5-817A89A0F84C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679B2-72EF-4504-A28E-4363BB1A8C7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2237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679B2-72EF-4504-A28E-4363BB1A8C7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972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194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608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68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393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729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63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737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72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12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21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904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603AB"/>
            </a:gs>
            <a:gs pos="21001">
              <a:srgbClr val="0819FB"/>
            </a:gs>
            <a:gs pos="35001">
              <a:srgbClr val="1A8D48"/>
            </a:gs>
            <a:gs pos="52000">
              <a:srgbClr val="FFFF00"/>
            </a:gs>
            <a:gs pos="73000">
              <a:srgbClr val="EE3F17"/>
            </a:gs>
            <a:gs pos="88000">
              <a:srgbClr val="E81766"/>
            </a:gs>
            <a:gs pos="100000">
              <a:srgbClr val="A603AB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7D115-86E7-4BD3-A1A9-288549CA9010}" type="datetimeFigureOut">
              <a:rPr lang="it-IT" smtClean="0"/>
              <a:t>26/09/2015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F8B4E-4628-41B4-9ECB-507A2222109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7260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9600" b="1" dirty="0" smtClean="0">
                <a:ln w="57150">
                  <a:solidFill>
                    <a:schemeClr val="tx1"/>
                  </a:solidFill>
                </a:ln>
                <a:latin typeface="Candara" panose="020E0502030303020204" pitchFamily="34" charset="0"/>
              </a:rPr>
              <a:t>GRANDE E’ IL NOSTRO DIO</a:t>
            </a:r>
            <a:endParaRPr lang="it-IT" sz="9600" b="1" dirty="0">
              <a:ln w="57150">
                <a:solidFill>
                  <a:schemeClr val="tx1"/>
                </a:solidFill>
              </a:ln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21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260648"/>
            <a:ext cx="8219256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8000" b="1" dirty="0" smtClean="0">
                <a:latin typeface="Candara" panose="020E0502030303020204" pitchFamily="34" charset="0"/>
              </a:rPr>
              <a:t>Glorioso Re dei Re </a:t>
            </a:r>
          </a:p>
          <a:p>
            <a:pPr marL="0" indent="0" algn="ctr">
              <a:buNone/>
            </a:pPr>
            <a:r>
              <a:rPr lang="it-IT" sz="8000" b="1" dirty="0" smtClean="0">
                <a:latin typeface="Candara" panose="020E0502030303020204" pitchFamily="34" charset="0"/>
              </a:rPr>
              <a:t>Vestito di maestà</a:t>
            </a:r>
          </a:p>
          <a:p>
            <a:pPr marL="0" indent="0" algn="ctr">
              <a:buNone/>
            </a:pPr>
            <a:r>
              <a:rPr lang="it-IT" sz="8000" b="1" dirty="0" smtClean="0">
                <a:latin typeface="Candara" panose="020E0502030303020204" pitchFamily="34" charset="0"/>
              </a:rPr>
              <a:t>La Terra gioirà</a:t>
            </a:r>
          </a:p>
          <a:p>
            <a:pPr marL="0" indent="0" algn="ctr">
              <a:buNone/>
            </a:pPr>
            <a:r>
              <a:rPr lang="it-IT" sz="8000" b="1" dirty="0" smtClean="0">
                <a:latin typeface="Candara" panose="020E0502030303020204" pitchFamily="34" charset="0"/>
              </a:rPr>
              <a:t>La Terra gioirà</a:t>
            </a:r>
          </a:p>
        </p:txBody>
      </p:sp>
    </p:spTree>
    <p:extLst>
      <p:ext uri="{BB962C8B-B14F-4D97-AF65-F5344CB8AC3E}">
        <p14:creationId xmlns:p14="http://schemas.microsoft.com/office/powerpoint/2010/main" val="30422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620688"/>
            <a:ext cx="8219256" cy="550547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7000" b="1" dirty="0" smtClean="0">
                <a:latin typeface="Candara" panose="020E0502030303020204" pitchFamily="34" charset="0"/>
              </a:rPr>
              <a:t>C’è luce intorno al Re </a:t>
            </a:r>
          </a:p>
          <a:p>
            <a:pPr marL="0" indent="0" algn="ctr">
              <a:buNone/>
            </a:pPr>
            <a:r>
              <a:rPr lang="it-IT" sz="7000" b="1" dirty="0" smtClean="0">
                <a:latin typeface="Candara" panose="020E0502030303020204" pitchFamily="34" charset="0"/>
              </a:rPr>
              <a:t>La voce sua si udrà</a:t>
            </a:r>
          </a:p>
          <a:p>
            <a:pPr marL="0" indent="0" algn="ctr">
              <a:buNone/>
            </a:pPr>
            <a:r>
              <a:rPr lang="it-IT" sz="7000" b="1" dirty="0" smtClean="0">
                <a:latin typeface="Candara" panose="020E0502030303020204" pitchFamily="34" charset="0"/>
              </a:rPr>
              <a:t>Il male tremerà</a:t>
            </a:r>
          </a:p>
          <a:p>
            <a:pPr marL="0" indent="0" algn="ctr">
              <a:buNone/>
            </a:pPr>
            <a:r>
              <a:rPr lang="it-IT" sz="7000" b="1" dirty="0" smtClean="0">
                <a:latin typeface="Candara" panose="020E0502030303020204" pitchFamily="34" charset="0"/>
              </a:rPr>
              <a:t>Il male tremerà</a:t>
            </a:r>
          </a:p>
          <a:p>
            <a:pPr marL="0" indent="0" algn="ctr">
              <a:buNone/>
            </a:pPr>
            <a:endParaRPr lang="it-IT" sz="7000" dirty="0"/>
          </a:p>
        </p:txBody>
      </p:sp>
    </p:spTree>
    <p:extLst>
      <p:ext uri="{BB962C8B-B14F-4D97-AF65-F5344CB8AC3E}">
        <p14:creationId xmlns:p14="http://schemas.microsoft.com/office/powerpoint/2010/main" val="53016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76672"/>
            <a:ext cx="8219256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600" b="1" dirty="0" smtClean="0">
                <a:latin typeface="Candara" panose="020E0502030303020204" pitchFamily="34" charset="0"/>
              </a:rPr>
              <a:t>Grande è il nostro Dio </a:t>
            </a:r>
          </a:p>
          <a:p>
            <a:pPr marL="0" indent="0" algn="ctr">
              <a:buNone/>
            </a:pPr>
            <a:r>
              <a:rPr lang="it-IT" sz="6600" b="1" dirty="0" smtClean="0">
                <a:latin typeface="Candara" panose="020E0502030303020204" pitchFamily="34" charset="0"/>
              </a:rPr>
              <a:t>Cantiamo insieme grande è il nostro Dio</a:t>
            </a:r>
          </a:p>
          <a:p>
            <a:pPr marL="0" indent="0" algn="ctr">
              <a:buNone/>
            </a:pPr>
            <a:r>
              <a:rPr lang="it-IT" sz="6600" b="1" dirty="0" smtClean="0">
                <a:latin typeface="Candara" panose="020E0502030303020204" pitchFamily="34" charset="0"/>
              </a:rPr>
              <a:t>E si vedrà che grande, </a:t>
            </a:r>
          </a:p>
          <a:p>
            <a:pPr marL="0" indent="0" algn="ctr">
              <a:buNone/>
            </a:pPr>
            <a:r>
              <a:rPr lang="it-IT" sz="6600" b="1" dirty="0" smtClean="0">
                <a:latin typeface="Candara" panose="020E0502030303020204" pitchFamily="34" charset="0"/>
              </a:rPr>
              <a:t>Grande è il nostro Dio</a:t>
            </a:r>
          </a:p>
        </p:txBody>
      </p:sp>
    </p:spTree>
    <p:extLst>
      <p:ext uri="{BB962C8B-B14F-4D97-AF65-F5344CB8AC3E}">
        <p14:creationId xmlns:p14="http://schemas.microsoft.com/office/powerpoint/2010/main" val="272560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332656"/>
            <a:ext cx="8291264" cy="608179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7200" b="1" dirty="0" smtClean="0">
                <a:latin typeface="Candara" panose="020E0502030303020204" pitchFamily="34" charset="0"/>
              </a:rPr>
              <a:t>Il tempo è in mano a te</a:t>
            </a:r>
          </a:p>
          <a:p>
            <a:pPr marL="0" indent="0" algn="ctr">
              <a:buNone/>
            </a:pPr>
            <a:r>
              <a:rPr lang="it-IT" sz="7200" b="1" dirty="0" smtClean="0">
                <a:latin typeface="Candara" panose="020E0502030303020204" pitchFamily="34" charset="0"/>
              </a:rPr>
              <a:t>Eterno senza età</a:t>
            </a:r>
          </a:p>
          <a:p>
            <a:pPr marL="0" indent="0" algn="ctr">
              <a:buNone/>
            </a:pPr>
            <a:r>
              <a:rPr lang="it-IT" sz="7200" b="1" dirty="0" smtClean="0">
                <a:latin typeface="Candara" panose="020E0502030303020204" pitchFamily="34" charset="0"/>
              </a:rPr>
              <a:t>Principio e fine sei</a:t>
            </a:r>
          </a:p>
          <a:p>
            <a:pPr marL="0" indent="0" algn="ctr">
              <a:buNone/>
            </a:pPr>
            <a:r>
              <a:rPr lang="it-IT" sz="7200" b="1" dirty="0" smtClean="0">
                <a:latin typeface="Candara" panose="020E0502030303020204" pitchFamily="34" charset="0"/>
              </a:rPr>
              <a:t>Principio e fine sei</a:t>
            </a:r>
            <a:endParaRPr lang="it-IT" sz="72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74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332656"/>
            <a:ext cx="8363272" cy="579350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7200" b="1" dirty="0" smtClean="0">
                <a:latin typeface="Candara" panose="020E0502030303020204" pitchFamily="34" charset="0"/>
              </a:rPr>
              <a:t>Padre, Figlio e Spirito</a:t>
            </a:r>
          </a:p>
          <a:p>
            <a:pPr marL="0" indent="0" algn="ctr">
              <a:buNone/>
            </a:pPr>
            <a:r>
              <a:rPr lang="it-IT" sz="7200" b="1" dirty="0" smtClean="0">
                <a:latin typeface="Candara" panose="020E0502030303020204" pitchFamily="34" charset="0"/>
              </a:rPr>
              <a:t>Sovrana Trinità</a:t>
            </a:r>
          </a:p>
          <a:p>
            <a:pPr marL="0" indent="0" algn="ctr">
              <a:buNone/>
            </a:pPr>
            <a:r>
              <a:rPr lang="it-IT" sz="7200" b="1" dirty="0" smtClean="0">
                <a:latin typeface="Candara" panose="020E0502030303020204" pitchFamily="34" charset="0"/>
              </a:rPr>
              <a:t>Il leone e l’</a:t>
            </a:r>
            <a:r>
              <a:rPr lang="it-IT" sz="7200" b="1" dirty="0" err="1" smtClean="0">
                <a:latin typeface="Candara" panose="020E0502030303020204" pitchFamily="34" charset="0"/>
              </a:rPr>
              <a:t>agnel</a:t>
            </a:r>
            <a:endParaRPr lang="it-IT" sz="7200" b="1" dirty="0" smtClean="0"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it-IT" sz="7200" b="1" dirty="0" smtClean="0">
                <a:latin typeface="Candara" panose="020E0502030303020204" pitchFamily="34" charset="0"/>
              </a:rPr>
              <a:t>Il leone e l’</a:t>
            </a:r>
            <a:r>
              <a:rPr lang="it-IT" sz="7200" b="1" dirty="0" err="1" smtClean="0">
                <a:latin typeface="Candara" panose="020E0502030303020204" pitchFamily="34" charset="0"/>
              </a:rPr>
              <a:t>agnel</a:t>
            </a:r>
            <a:r>
              <a:rPr lang="it-IT" sz="7200" b="1" dirty="0" smtClean="0">
                <a:latin typeface="Candara" panose="020E0502030303020204" pitchFamily="34" charset="0"/>
              </a:rPr>
              <a:t> </a:t>
            </a:r>
            <a:endParaRPr lang="it-IT" sz="72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06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76672"/>
            <a:ext cx="8219256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b="1" dirty="0" smtClean="0">
                <a:latin typeface="Candara" panose="020E0502030303020204" pitchFamily="34" charset="0"/>
              </a:rPr>
              <a:t>Grande è il nostro Dio 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Candara" panose="020E0502030303020204" pitchFamily="34" charset="0"/>
              </a:rPr>
              <a:t>Cantiamo insieme grande è il nostro Dio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Candara" panose="020E0502030303020204" pitchFamily="34" charset="0"/>
              </a:rPr>
              <a:t>E si vedrà che grande, 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Candara" panose="020E0502030303020204" pitchFamily="34" charset="0"/>
              </a:rPr>
              <a:t>Grande è il nostro Dio (x3)</a:t>
            </a:r>
          </a:p>
        </p:txBody>
      </p:sp>
    </p:spTree>
    <p:extLst>
      <p:ext uri="{BB962C8B-B14F-4D97-AF65-F5344CB8AC3E}">
        <p14:creationId xmlns:p14="http://schemas.microsoft.com/office/powerpoint/2010/main" val="54204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118</Words>
  <Application>Microsoft Office PowerPoint</Application>
  <PresentationFormat>Presentazione su schermo (4:3)</PresentationFormat>
  <Paragraphs>26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GRANDE E’ IL NOSTRO DIO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GRANDE E’ IL NOSTRO DIO</dc:title>
  <dc:creator>Gruppo Merate-Olgiat</dc:creator>
  <cp:lastModifiedBy>GRUPPO MERATE</cp:lastModifiedBy>
  <cp:revision>2</cp:revision>
  <dcterms:created xsi:type="dcterms:W3CDTF">2013-09-13T16:44:00Z</dcterms:created>
  <dcterms:modified xsi:type="dcterms:W3CDTF">2015-09-26T13:58:09Z</dcterms:modified>
</cp:coreProperties>
</file>