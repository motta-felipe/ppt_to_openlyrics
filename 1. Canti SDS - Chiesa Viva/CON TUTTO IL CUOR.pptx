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6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10/05/2013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75656" y="980728"/>
            <a:ext cx="6400800" cy="1752600"/>
          </a:xfrm>
        </p:spPr>
        <p:txBody>
          <a:bodyPr>
            <a:noAutofit/>
          </a:bodyPr>
          <a:lstStyle/>
          <a:p>
            <a:pPr algn="ctr"/>
            <a:r>
              <a:rPr lang="it-IT" sz="11500" b="1" i="1" u="sng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CON TUTTO IL CUOR</a:t>
            </a:r>
            <a:endParaRPr lang="it-IT" sz="11500" b="1" i="1" u="sng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836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88640"/>
            <a:ext cx="8712968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Con tutto il cuor io vengo a te, oh Eterno Iddio</a:t>
            </a:r>
          </a:p>
          <a:p>
            <a:pPr marL="0" indent="0" algn="ctr">
              <a:buNone/>
            </a:pPr>
            <a:r>
              <a:rPr lang="it-IT" sz="4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Nel nome santo di Gesù Cristo il Signor</a:t>
            </a:r>
          </a:p>
          <a:p>
            <a:pPr marL="0" indent="0" algn="ctr">
              <a:buNone/>
            </a:pPr>
            <a:r>
              <a:rPr lang="it-IT" sz="4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Per donare in quest’ora soltanto a Te</a:t>
            </a:r>
          </a:p>
          <a:p>
            <a:pPr marL="0" indent="0" algn="ctr">
              <a:buNone/>
            </a:pPr>
            <a:r>
              <a:rPr lang="it-IT" sz="4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Tutto quanto fa parte di me.</a:t>
            </a:r>
            <a:endParaRPr lang="it-IT" sz="44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68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476672"/>
            <a:ext cx="8568952" cy="590465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Il tempio di Dio voglio essere io</a:t>
            </a:r>
          </a:p>
          <a:p>
            <a:pPr marL="0" indent="0" algn="ctr">
              <a:buNone/>
            </a:pPr>
            <a:r>
              <a:rPr lang="it-IT" sz="60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Sentirmi ripieno di te</a:t>
            </a:r>
          </a:p>
          <a:p>
            <a:pPr marL="0" indent="0" algn="ctr">
              <a:buNone/>
            </a:pPr>
            <a:r>
              <a:rPr lang="it-IT" sz="60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Morire davvero al mondo che</a:t>
            </a:r>
          </a:p>
          <a:p>
            <a:pPr marL="0" indent="0" algn="ctr">
              <a:buNone/>
            </a:pPr>
            <a:r>
              <a:rPr lang="it-IT" sz="60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Lontano mi porta da Te.</a:t>
            </a:r>
            <a:endParaRPr lang="it-IT" sz="60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09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1926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Col sangue del figliolo Tuo distruggi Tu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La schiavitù che mi separa da Te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Il peccato che io non sopporto più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Sono pronto mi pento Signor.</a:t>
            </a:r>
            <a:endParaRPr lang="it-IT" sz="54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784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8072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it-IT" sz="60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Il tempio di Dio voglio essere io</a:t>
            </a:r>
          </a:p>
          <a:p>
            <a:pPr marL="0" lvl="0" indent="0" algn="ctr">
              <a:buNone/>
            </a:pPr>
            <a:r>
              <a:rPr lang="it-IT" sz="60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Sentirmi ripieno di te</a:t>
            </a:r>
          </a:p>
          <a:p>
            <a:pPr marL="0" lvl="0" indent="0" algn="ctr">
              <a:buNone/>
            </a:pPr>
            <a:r>
              <a:rPr lang="it-IT" sz="60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Morire davvero al mondo che</a:t>
            </a:r>
          </a:p>
          <a:p>
            <a:pPr marL="0" lvl="0" indent="0" algn="ctr">
              <a:buNone/>
            </a:pPr>
            <a:r>
              <a:rPr lang="it-IT" sz="60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Lontano mi porta da Te.</a:t>
            </a:r>
          </a:p>
          <a:p>
            <a:pPr marL="0" indent="0" algn="ctr">
              <a:buNone/>
            </a:pPr>
            <a:endParaRPr lang="it-IT" sz="60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883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332656"/>
            <a:ext cx="8784976" cy="63367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Voglio veder la gloria tua lassù nel ciel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Voglio sentir la tua presenza dentro me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Per parlarti, ascoltarti, seguirti ancor</a:t>
            </a:r>
          </a:p>
          <a:p>
            <a:pPr marL="0" indent="0" algn="ctr">
              <a:buNone/>
            </a:pPr>
            <a:r>
              <a:rPr lang="it-IT" sz="54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Risplender di luce e d’amor.</a:t>
            </a:r>
            <a:endParaRPr lang="it-IT" sz="54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56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408712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it-IT" sz="48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Il tempio di Dio voglio essere io</a:t>
            </a:r>
          </a:p>
          <a:p>
            <a:pPr marL="0" lvl="0" indent="0" algn="ctr">
              <a:buNone/>
            </a:pPr>
            <a:r>
              <a:rPr lang="it-IT" sz="48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Sentirmi ripieno di te</a:t>
            </a:r>
          </a:p>
          <a:p>
            <a:pPr marL="0" lvl="0" indent="0" algn="ctr">
              <a:buNone/>
            </a:pPr>
            <a:r>
              <a:rPr lang="it-IT" sz="48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Morire davvero al mondo che</a:t>
            </a:r>
          </a:p>
          <a:p>
            <a:pPr marL="0" lvl="0" indent="0" algn="ctr">
              <a:buNone/>
            </a:pPr>
            <a:r>
              <a:rPr lang="it-IT" sz="4800" b="1" i="1" dirty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Lontano mi porta da Te</a:t>
            </a:r>
            <a:r>
              <a:rPr lang="it-IT" sz="48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.</a:t>
            </a:r>
          </a:p>
          <a:p>
            <a:pPr marL="0" lvl="0" indent="0" algn="ctr">
              <a:buNone/>
            </a:pPr>
            <a:r>
              <a:rPr lang="it-IT" sz="48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Morire davvero al mondo che</a:t>
            </a:r>
          </a:p>
          <a:p>
            <a:pPr marL="0" lvl="0" indent="0" algn="ctr">
              <a:buNone/>
            </a:pPr>
            <a:r>
              <a:rPr lang="it-IT" sz="4800" b="1" i="1" dirty="0" smtClean="0">
                <a:solidFill>
                  <a:schemeClr val="accent2">
                    <a:lumMod val="75000"/>
                  </a:schemeClr>
                </a:solidFill>
                <a:latin typeface="Candara" pitchFamily="34" charset="0"/>
              </a:rPr>
              <a:t>Lontano mi porta da Te.</a:t>
            </a:r>
            <a:endParaRPr lang="it-IT" sz="4800" b="1" i="1" dirty="0">
              <a:solidFill>
                <a:schemeClr val="accent2">
                  <a:lumMod val="75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281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170</Words>
  <Application>Microsoft Office PowerPoint</Application>
  <PresentationFormat>Presentazione su schermo (4:3)</PresentationFormat>
  <Paragraphs>27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Gruppo Merate-Olgiat</cp:lastModifiedBy>
  <cp:revision>4</cp:revision>
  <dcterms:modified xsi:type="dcterms:W3CDTF">2013-05-11T08:36:41Z</dcterms:modified>
</cp:coreProperties>
</file>