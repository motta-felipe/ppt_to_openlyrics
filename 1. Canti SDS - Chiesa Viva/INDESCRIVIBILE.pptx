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62" autoAdjust="0"/>
  </p:normalViewPr>
  <p:slideViewPr>
    <p:cSldViewPr>
      <p:cViewPr varScale="1">
        <p:scale>
          <a:sx n="70" d="100"/>
          <a:sy n="70" d="100"/>
        </p:scale>
        <p:origin x="-13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4EF1C-6200-4B45-9548-29A4D7B847A7}" type="datetimeFigureOut">
              <a:rPr lang="it-IT" smtClean="0"/>
              <a:t>21/07/2017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AAD20-C0B5-43C4-80C8-E5C803B8AD3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7405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4EF1C-6200-4B45-9548-29A4D7B847A7}" type="datetimeFigureOut">
              <a:rPr lang="it-IT" smtClean="0"/>
              <a:t>21/07/2017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AAD20-C0B5-43C4-80C8-E5C803B8AD3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14970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4EF1C-6200-4B45-9548-29A4D7B847A7}" type="datetimeFigureOut">
              <a:rPr lang="it-IT" smtClean="0"/>
              <a:t>21/07/2017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AAD20-C0B5-43C4-80C8-E5C803B8AD3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6166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4EF1C-6200-4B45-9548-29A4D7B847A7}" type="datetimeFigureOut">
              <a:rPr lang="it-IT" smtClean="0"/>
              <a:t>21/07/2017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AAD20-C0B5-43C4-80C8-E5C803B8AD3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23651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4EF1C-6200-4B45-9548-29A4D7B847A7}" type="datetimeFigureOut">
              <a:rPr lang="it-IT" smtClean="0"/>
              <a:t>21/07/2017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AAD20-C0B5-43C4-80C8-E5C803B8AD3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4130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4EF1C-6200-4B45-9548-29A4D7B847A7}" type="datetimeFigureOut">
              <a:rPr lang="it-IT" smtClean="0"/>
              <a:t>21/07/2017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AAD20-C0B5-43C4-80C8-E5C803B8AD3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4216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4EF1C-6200-4B45-9548-29A4D7B847A7}" type="datetimeFigureOut">
              <a:rPr lang="it-IT" smtClean="0"/>
              <a:t>21/07/2017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AAD20-C0B5-43C4-80C8-E5C803B8AD3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92915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4EF1C-6200-4B45-9548-29A4D7B847A7}" type="datetimeFigureOut">
              <a:rPr lang="it-IT" smtClean="0"/>
              <a:t>21/07/2017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AAD20-C0B5-43C4-80C8-E5C803B8AD3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7552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4EF1C-6200-4B45-9548-29A4D7B847A7}" type="datetimeFigureOut">
              <a:rPr lang="it-IT" smtClean="0"/>
              <a:t>21/07/2017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AAD20-C0B5-43C4-80C8-E5C803B8AD3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7134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4EF1C-6200-4B45-9548-29A4D7B847A7}" type="datetimeFigureOut">
              <a:rPr lang="it-IT" smtClean="0"/>
              <a:t>21/07/2017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AAD20-C0B5-43C4-80C8-E5C803B8AD3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1190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4EF1C-6200-4B45-9548-29A4D7B847A7}" type="datetimeFigureOut">
              <a:rPr lang="it-IT" smtClean="0"/>
              <a:t>21/07/2017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AAD20-C0B5-43C4-80C8-E5C803B8AD3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92157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4EF1C-6200-4B45-9548-29A4D7B847A7}" type="datetimeFigureOut">
              <a:rPr lang="it-IT" smtClean="0"/>
              <a:t>21/07/2017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4AAD20-C0B5-43C4-80C8-E5C803B8AD3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7308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3568" y="2492896"/>
            <a:ext cx="7772400" cy="1470025"/>
          </a:xfrm>
        </p:spPr>
        <p:txBody>
          <a:bodyPr>
            <a:noAutofit/>
          </a:bodyPr>
          <a:lstStyle/>
          <a:p>
            <a:pPr algn="ctr"/>
            <a:r>
              <a:rPr lang="it-IT" sz="96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INDESCRIVIBILE</a:t>
            </a:r>
            <a:endParaRPr lang="it-IT" sz="9600" dirty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16213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260648"/>
            <a:ext cx="8229600" cy="536145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60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Dalle cime dei monti agli abissi del mar</a:t>
            </a:r>
          </a:p>
          <a:p>
            <a:pPr marL="0" indent="0" algn="ctr">
              <a:buNone/>
            </a:pPr>
            <a:r>
              <a:rPr lang="it-IT" sz="60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Il Creato racconta la Tua Maestà</a:t>
            </a:r>
          </a:p>
          <a:p>
            <a:pPr marL="0" indent="0" algn="ctr">
              <a:buNone/>
            </a:pPr>
            <a:r>
              <a:rPr lang="it-IT" sz="60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I colori d’autunno e il profumo dei fior</a:t>
            </a:r>
          </a:p>
          <a:p>
            <a:pPr marL="0" indent="0" algn="ctr">
              <a:buNone/>
            </a:pPr>
            <a:r>
              <a:rPr lang="it-IT" sz="60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Ogni cosa che fai è unica a noi</a:t>
            </a:r>
          </a:p>
          <a:p>
            <a:pPr marL="0" indent="0" algn="ctr">
              <a:buNone/>
            </a:pPr>
            <a:r>
              <a:rPr lang="it-IT" sz="60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Noi cantiamo</a:t>
            </a:r>
            <a:endParaRPr lang="it-IT" sz="6000" dirty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72223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332656"/>
            <a:ext cx="8229600" cy="45259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54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Incredibile, indescrivibile</a:t>
            </a:r>
          </a:p>
          <a:p>
            <a:pPr marL="0" indent="0" algn="ctr">
              <a:buNone/>
            </a:pPr>
            <a:r>
              <a:rPr lang="it-IT" sz="54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Tu hai creato le stelle e i monti lassù</a:t>
            </a:r>
          </a:p>
          <a:p>
            <a:pPr marL="0" indent="0" algn="ctr">
              <a:buNone/>
            </a:pPr>
            <a:r>
              <a:rPr lang="it-IT" sz="54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Meraviglioso sei Dio</a:t>
            </a:r>
          </a:p>
          <a:p>
            <a:pPr marL="0" indent="0" algn="ctr">
              <a:buNone/>
            </a:pPr>
            <a:r>
              <a:rPr lang="it-IT" sz="54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La mia vita è in Te, fonte eterna sei</a:t>
            </a:r>
          </a:p>
          <a:p>
            <a:pPr marL="0" indent="0" algn="ctr">
              <a:buNone/>
            </a:pPr>
            <a:r>
              <a:rPr lang="it-IT" sz="54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Noi proclamiamo in coro a Colui che è nei ciel</a:t>
            </a:r>
          </a:p>
          <a:p>
            <a:pPr marL="0" indent="0" algn="ctr">
              <a:buNone/>
            </a:pPr>
            <a:r>
              <a:rPr lang="it-IT" sz="54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Meraviglioso sei Tu.</a:t>
            </a:r>
            <a:endParaRPr lang="it-IT" sz="5400" dirty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33011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404664"/>
            <a:ext cx="8229600" cy="45259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54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Chi ha mandato suo figlio e l’ha dato per noi</a:t>
            </a:r>
          </a:p>
          <a:p>
            <a:pPr marL="0" indent="0" algn="ctr">
              <a:buNone/>
            </a:pPr>
            <a:r>
              <a:rPr lang="it-IT" sz="54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 l’ha reso bambino nel buio quaggiù</a:t>
            </a:r>
          </a:p>
          <a:p>
            <a:pPr marL="0" indent="0" algn="ctr">
              <a:buNone/>
            </a:pPr>
            <a:r>
              <a:rPr lang="it-IT" sz="54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Chi ha guarito il Mondo e donato il suo amor</a:t>
            </a:r>
          </a:p>
          <a:p>
            <a:pPr marL="0" indent="0" algn="ctr">
              <a:buNone/>
            </a:pPr>
            <a:r>
              <a:rPr lang="it-IT" sz="54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 ha sconfitto la morte e pregato per noi</a:t>
            </a:r>
          </a:p>
          <a:p>
            <a:pPr marL="0" indent="0" algn="ctr">
              <a:buNone/>
            </a:pPr>
            <a:r>
              <a:rPr lang="it-IT" sz="54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Lui è il solo</a:t>
            </a:r>
            <a:endParaRPr lang="it-IT" sz="5400" dirty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04993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95536" y="620688"/>
            <a:ext cx="8229600" cy="45259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48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Incredibile, indescrivibile</a:t>
            </a:r>
          </a:p>
          <a:p>
            <a:pPr marL="0" indent="0" algn="ctr">
              <a:buNone/>
            </a:pPr>
            <a:r>
              <a:rPr lang="it-IT" sz="48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Tu hai creato le stelle e i monti lassù</a:t>
            </a:r>
          </a:p>
          <a:p>
            <a:pPr marL="0" indent="0" algn="ctr">
              <a:buNone/>
            </a:pPr>
            <a:r>
              <a:rPr lang="it-IT" sz="48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Meraviglioso sei Dio</a:t>
            </a:r>
          </a:p>
          <a:p>
            <a:pPr marL="0" indent="0" algn="ctr">
              <a:buNone/>
            </a:pPr>
            <a:r>
              <a:rPr lang="it-IT" sz="48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La mia vita è in Te, fonte eterna sei</a:t>
            </a:r>
          </a:p>
          <a:p>
            <a:pPr marL="0" indent="0" algn="ctr">
              <a:buNone/>
            </a:pPr>
            <a:r>
              <a:rPr lang="it-IT" sz="48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Noi proclamiamo in coro a Colui che è nei ciel</a:t>
            </a:r>
          </a:p>
          <a:p>
            <a:pPr marL="0" indent="0" algn="ctr">
              <a:buNone/>
            </a:pPr>
            <a:r>
              <a:rPr lang="it-IT" sz="4800" dirty="0" smtClean="0">
                <a:solidFill>
                  <a:schemeClr val="bg1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Meraviglioso sei Tu.</a:t>
            </a:r>
            <a:endParaRPr lang="it-IT" sz="4800" dirty="0">
              <a:solidFill>
                <a:schemeClr val="bg1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07673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151</Words>
  <Application>Microsoft Office PowerPoint</Application>
  <PresentationFormat>Presentazione su schermo (4:3)</PresentationFormat>
  <Paragraphs>23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6" baseType="lpstr">
      <vt:lpstr>Tema di Office</vt:lpstr>
      <vt:lpstr>INDESCRIVIBILE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GRUPPO MERATE</dc:creator>
  <cp:lastModifiedBy>GRUPPO MERATE</cp:lastModifiedBy>
  <cp:revision>5</cp:revision>
  <dcterms:created xsi:type="dcterms:W3CDTF">2017-07-14T17:45:26Z</dcterms:created>
  <dcterms:modified xsi:type="dcterms:W3CDTF">2017-07-21T18:32:15Z</dcterms:modified>
</cp:coreProperties>
</file>