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sldIdLst>
    <p:sldId id="258" r:id="rId2"/>
    <p:sldId id="264" r:id="rId3"/>
    <p:sldId id="265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43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135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76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675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7304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068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348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083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183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415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9985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532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8772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4427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4512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057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9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C7E10-010D-450C-A9FA-2A8D7EF66273}" type="datetimeFigureOut">
              <a:rPr lang="it-IT" smtClean="0"/>
              <a:t>19/11/2021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027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180445" y="102805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384 - Ho un Buon Padre che m'invita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251406" y="2274838"/>
            <a:ext cx="99542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it-IT" sz="72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 un Buon Padre che m'invita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7581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" name="384 - Ho un Buon Padre che m'invita">
            <a:hlinkClick r:id="" action="ppaction://media"/>
            <a:extLst>
              <a:ext uri="{FF2B5EF4-FFF2-40B4-BE49-F238E27FC236}">
                <a16:creationId xmlns:a16="http://schemas.microsoft.com/office/drawing/2014/main" id="{FD014FEA-7235-44F1-96EF-53E5E8683E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965451" y="78802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7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384 - Ho un Buon Padre che m'invita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743200" y="1911087"/>
            <a:ext cx="908997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un buon Padre che m’invita in ciel,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 un buon Padre che m’invita in ciel;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Lui un giorno me ne andrò,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quel buon Padre in ciel vedrò.</a:t>
            </a:r>
          </a:p>
          <a:p>
            <a:r>
              <a:rPr lang="it-IT" dirty="0"/>
              <a:t> </a:t>
            </a:r>
            <a:endParaRPr lang="it-IT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1° Strofa</a:t>
            </a:r>
          </a:p>
        </p:txBody>
      </p:sp>
    </p:spTree>
    <p:extLst>
      <p:ext uri="{BB962C8B-B14F-4D97-AF65-F5344CB8AC3E}">
        <p14:creationId xmlns:p14="http://schemas.microsoft.com/office/powerpoint/2010/main" val="402068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384 - Ho un Buon Padre che m'invita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743200" y="1372478"/>
            <a:ext cx="908997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 ne andrò, me ne andrò,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 ne andrò nel ciel;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 ne andrò, me ne andrò,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 ne andrò nel ciel;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mio Padre chiama, debbo andar,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faccia Sua a contemplar.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ACC4AB-F645-4C7C-AD9D-0FC6A81F3DAC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1° Strofa</a:t>
            </a:r>
          </a:p>
        </p:txBody>
      </p:sp>
    </p:spTree>
    <p:extLst>
      <p:ext uri="{BB962C8B-B14F-4D97-AF65-F5344CB8AC3E}">
        <p14:creationId xmlns:p14="http://schemas.microsoft.com/office/powerpoint/2010/main" val="61507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384 - Ho un Buon Padre che m'invita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743200" y="1911087"/>
            <a:ext cx="908997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un Salvatore che m’invita in ciel,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 un Salvatore che m’invita in ciel;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Lui un giorno me ne andrò,</a:t>
            </a:r>
          </a:p>
          <a:p>
            <a:pPr algn="ctr"/>
            <a:r>
              <a:rPr lang="it-IT" sz="4400">
                <a:latin typeface="Times New Roman" panose="02020603050405020304" pitchFamily="18" charset="0"/>
                <a:cs typeface="Times New Roman" panose="02020603050405020304" pitchFamily="18" charset="0"/>
              </a:rPr>
              <a:t>e il Salvatore </a:t>
            </a: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ciel vedrò.</a:t>
            </a:r>
          </a:p>
          <a:p>
            <a:r>
              <a:rPr lang="it-IT" dirty="0"/>
              <a:t> </a:t>
            </a:r>
            <a:endParaRPr lang="it-IT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2° Strofa</a:t>
            </a:r>
          </a:p>
        </p:txBody>
      </p:sp>
    </p:spTree>
    <p:extLst>
      <p:ext uri="{BB962C8B-B14F-4D97-AF65-F5344CB8AC3E}">
        <p14:creationId xmlns:p14="http://schemas.microsoft.com/office/powerpoint/2010/main" val="187293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384 - Ho un Buon Padre che m'invita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743200" y="1372478"/>
            <a:ext cx="908997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 vedrò, lo vedrò,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 vedrò nel ciel;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 vedrò, lo vedrò,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 vedrò nel ciel;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Gesù con me dimorerà,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 Ei mi santificherà.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ACC4AB-F645-4C7C-AD9D-0FC6A81F3DAC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2° Strofa</a:t>
            </a:r>
          </a:p>
        </p:txBody>
      </p:sp>
    </p:spTree>
    <p:extLst>
      <p:ext uri="{BB962C8B-B14F-4D97-AF65-F5344CB8AC3E}">
        <p14:creationId xmlns:p14="http://schemas.microsoft.com/office/powerpoint/2010/main" val="3296444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384 - Ho un Buon Padre che m'invita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743200" y="1911087"/>
            <a:ext cx="908997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una corona preparata in ciel,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 una corona preparata in ciel;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spine l’ebbe il Salvator,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mia sarà di vaghi fior.</a:t>
            </a:r>
          </a:p>
          <a:p>
            <a:r>
              <a:rPr lang="it-IT" dirty="0"/>
              <a:t> </a:t>
            </a:r>
            <a:endParaRPr lang="it-IT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3° Strofa</a:t>
            </a:r>
          </a:p>
        </p:txBody>
      </p:sp>
    </p:spTree>
    <p:extLst>
      <p:ext uri="{BB962C8B-B14F-4D97-AF65-F5344CB8AC3E}">
        <p14:creationId xmlns:p14="http://schemas.microsoft.com/office/powerpoint/2010/main" val="199627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384 - Ho un Buon Padre che m'invita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743200" y="1372478"/>
            <a:ext cx="908997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 l’avrò, si l’avrò,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l’avrò nel ciel;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l’avrò, si l’avrò,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l’avrò nel ciel;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Gesù me la consegnerà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questa fronte cingerà.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ACC4AB-F645-4C7C-AD9D-0FC6A81F3DAC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3° Strofa</a:t>
            </a:r>
          </a:p>
        </p:txBody>
      </p:sp>
    </p:spTree>
    <p:extLst>
      <p:ext uri="{BB962C8B-B14F-4D97-AF65-F5344CB8AC3E}">
        <p14:creationId xmlns:p14="http://schemas.microsoft.com/office/powerpoint/2010/main" val="411520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ilo">
  <a:themeElements>
    <a:clrScheme name="Filo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42</TotalTime>
  <Words>285</Words>
  <Application>Microsoft Office PowerPoint</Application>
  <PresentationFormat>Widescreen</PresentationFormat>
  <Paragraphs>47</Paragraphs>
  <Slides>7</Slides>
  <Notes>0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Filo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Paolo - Ofmer Srl</dc:creator>
  <cp:lastModifiedBy>Chiesa Merate</cp:lastModifiedBy>
  <cp:revision>20</cp:revision>
  <dcterms:created xsi:type="dcterms:W3CDTF">2019-09-14T21:39:23Z</dcterms:created>
  <dcterms:modified xsi:type="dcterms:W3CDTF">2021-11-19T19:20:15Z</dcterms:modified>
</cp:coreProperties>
</file>