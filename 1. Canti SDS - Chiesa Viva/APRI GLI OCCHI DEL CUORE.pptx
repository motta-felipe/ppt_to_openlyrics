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728" autoAdjust="0"/>
  </p:normalViewPr>
  <p:slideViewPr>
    <p:cSldViewPr>
      <p:cViewPr varScale="1"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546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07/07/2017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07/07/2017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07/07/2017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07/07/2017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07/07/2017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07/07/2017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07/07/2017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07/07/2017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07/07/2017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07/07/2017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07/07/2017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9D355-16BD-4E45-BD9A-5EA878CF7CBD}" type="datetimeFigureOut">
              <a:rPr lang="it-IT" smtClean="0"/>
              <a:t>07/07/2017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8597" y="0"/>
            <a:ext cx="9144000" cy="6858000"/>
          </a:xfr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txBody>
          <a:bodyPr>
            <a:normAutofit/>
          </a:bodyPr>
          <a:lstStyle/>
          <a:p>
            <a:pPr algn="ctr"/>
            <a:r>
              <a:rPr lang="it-IT" sz="9600" dirty="0" smtClean="0">
                <a:solidFill>
                  <a:srgbClr val="00B050"/>
                </a:solidFill>
                <a:latin typeface="Candara" pitchFamily="34" charset="0"/>
                <a:ea typeface="Arial Unicode MS" pitchFamily="34" charset="-128"/>
                <a:cs typeface="Arial Unicode MS" pitchFamily="34" charset="-128"/>
              </a:rPr>
              <a:t>APRI GLI OCCHI DEL CUORE</a:t>
            </a:r>
            <a:endParaRPr lang="it-IT" sz="9600" dirty="0">
              <a:solidFill>
                <a:srgbClr val="00B050"/>
              </a:solidFill>
              <a:latin typeface="Candara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6397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000" dirty="0" smtClean="0">
                <a:solidFill>
                  <a:srgbClr val="00B050"/>
                </a:solidFill>
                <a:latin typeface="Candara" pitchFamily="34" charset="0"/>
                <a:ea typeface="Arial Unicode MS" pitchFamily="34" charset="-128"/>
                <a:cs typeface="Arial Unicode MS" pitchFamily="34" charset="-128"/>
              </a:rPr>
              <a:t>APRIMI GLI OCCHI DEL CUORE,</a:t>
            </a:r>
          </a:p>
          <a:p>
            <a:pPr marL="0" indent="0" algn="ctr">
              <a:buNone/>
            </a:pPr>
            <a:r>
              <a:rPr lang="it-IT" sz="5000" dirty="0" smtClean="0">
                <a:solidFill>
                  <a:srgbClr val="00B050"/>
                </a:solidFill>
                <a:latin typeface="Candara" pitchFamily="34" charset="0"/>
                <a:ea typeface="Arial Unicode MS" pitchFamily="34" charset="-128"/>
                <a:cs typeface="Arial Unicode MS" pitchFamily="34" charset="-128"/>
              </a:rPr>
              <a:t>APRI I MIEI OCCHI SIGNOR</a:t>
            </a:r>
          </a:p>
          <a:p>
            <a:pPr marL="0" indent="0" algn="ctr">
              <a:buNone/>
            </a:pPr>
            <a:r>
              <a:rPr lang="it-IT" sz="5000" dirty="0" smtClean="0">
                <a:solidFill>
                  <a:srgbClr val="00B050"/>
                </a:solidFill>
                <a:latin typeface="Candara" pitchFamily="34" charset="0"/>
                <a:ea typeface="Arial Unicode MS" pitchFamily="34" charset="-128"/>
                <a:cs typeface="Arial Unicode MS" pitchFamily="34" charset="-128"/>
              </a:rPr>
              <a:t>VOGLIO VEDERTI, VOGLIO VEDERTI.</a:t>
            </a:r>
          </a:p>
          <a:p>
            <a:pPr marL="0" lvl="0" indent="0" algn="ctr">
              <a:buNone/>
            </a:pPr>
            <a:r>
              <a:rPr lang="it-IT" sz="5000" dirty="0">
                <a:solidFill>
                  <a:srgbClr val="00B050"/>
                </a:solidFill>
                <a:latin typeface="Candara" pitchFamily="34" charset="0"/>
                <a:ea typeface="Arial Unicode MS" pitchFamily="34" charset="-128"/>
                <a:cs typeface="Arial Unicode MS" pitchFamily="34" charset="-128"/>
              </a:rPr>
              <a:t>APRIMI GLI OCCHI DEL CUORE,</a:t>
            </a:r>
          </a:p>
          <a:p>
            <a:pPr marL="0" lvl="0" indent="0" algn="ctr">
              <a:buNone/>
            </a:pPr>
            <a:r>
              <a:rPr lang="it-IT" sz="5000" dirty="0">
                <a:solidFill>
                  <a:srgbClr val="00B050"/>
                </a:solidFill>
                <a:latin typeface="Candara" pitchFamily="34" charset="0"/>
                <a:ea typeface="Arial Unicode MS" pitchFamily="34" charset="-128"/>
                <a:cs typeface="Arial Unicode MS" pitchFamily="34" charset="-128"/>
              </a:rPr>
              <a:t>APRI I MIEI OCCHI SIGNOR</a:t>
            </a:r>
          </a:p>
          <a:p>
            <a:pPr marL="0" lvl="0" indent="0" algn="ctr">
              <a:buNone/>
            </a:pPr>
            <a:r>
              <a:rPr lang="it-IT" sz="5000" dirty="0">
                <a:solidFill>
                  <a:srgbClr val="00B050"/>
                </a:solidFill>
                <a:latin typeface="Candara" pitchFamily="34" charset="0"/>
                <a:ea typeface="Arial Unicode MS" pitchFamily="34" charset="-128"/>
                <a:cs typeface="Arial Unicode MS" pitchFamily="34" charset="-128"/>
              </a:rPr>
              <a:t>VOGLIO VEDERTI, VOGLIO VEDERTI.</a:t>
            </a:r>
          </a:p>
          <a:p>
            <a:pPr marL="0" indent="0" algn="ctr">
              <a:buNone/>
            </a:pPr>
            <a:endParaRPr lang="it-IT" sz="5000" dirty="0" smtClean="0">
              <a:latin typeface="Candara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5366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it-IT" sz="5900" dirty="0" smtClean="0">
                <a:solidFill>
                  <a:srgbClr val="00B050"/>
                </a:solidFill>
                <a:latin typeface="Candara" pitchFamily="34" charset="0"/>
                <a:ea typeface="Arial Unicode MS" pitchFamily="34" charset="-128"/>
                <a:cs typeface="Arial Unicode MS" pitchFamily="34" charset="-128"/>
              </a:rPr>
              <a:t>VEDERTI SPLENDERE SIGNOR </a:t>
            </a:r>
          </a:p>
          <a:p>
            <a:pPr marL="0" indent="0" algn="ctr">
              <a:buNone/>
            </a:pPr>
            <a:r>
              <a:rPr lang="it-IT" sz="5900" dirty="0" smtClean="0">
                <a:solidFill>
                  <a:srgbClr val="00B050"/>
                </a:solidFill>
                <a:latin typeface="Candara" pitchFamily="34" charset="0"/>
                <a:ea typeface="Arial Unicode MS" pitchFamily="34" charset="-128"/>
                <a:cs typeface="Arial Unicode MS" pitchFamily="34" charset="-128"/>
              </a:rPr>
              <a:t>NELLA LUCE DELLA TUA GLORIA</a:t>
            </a:r>
          </a:p>
          <a:p>
            <a:pPr marL="0" indent="0" algn="ctr">
              <a:buNone/>
            </a:pPr>
            <a:r>
              <a:rPr lang="it-IT" sz="5900" dirty="0" smtClean="0">
                <a:solidFill>
                  <a:srgbClr val="00B050"/>
                </a:solidFill>
                <a:latin typeface="Candara" pitchFamily="34" charset="0"/>
                <a:ea typeface="Arial Unicode MS" pitchFamily="34" charset="-128"/>
                <a:cs typeface="Arial Unicode MS" pitchFamily="34" charset="-128"/>
              </a:rPr>
              <a:t>VERSA IL TUO AMORE SU NOI </a:t>
            </a:r>
          </a:p>
          <a:p>
            <a:pPr marL="0" indent="0" algn="ctr">
              <a:buNone/>
            </a:pPr>
            <a:r>
              <a:rPr lang="it-IT" sz="5900" dirty="0" smtClean="0">
                <a:solidFill>
                  <a:srgbClr val="00B050"/>
                </a:solidFill>
                <a:latin typeface="Candara" pitchFamily="34" charset="0"/>
                <a:ea typeface="Arial Unicode MS" pitchFamily="34" charset="-128"/>
                <a:cs typeface="Arial Unicode MS" pitchFamily="34" charset="-128"/>
              </a:rPr>
              <a:t>MENTRE CANTIAMO SANTO, SANTO</a:t>
            </a:r>
          </a:p>
        </p:txBody>
      </p:sp>
    </p:spTree>
    <p:extLst>
      <p:ext uri="{BB962C8B-B14F-4D97-AF65-F5344CB8AC3E}">
        <p14:creationId xmlns:p14="http://schemas.microsoft.com/office/powerpoint/2010/main" val="3537012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it-IT" sz="5000" dirty="0">
                <a:solidFill>
                  <a:srgbClr val="00B050"/>
                </a:solidFill>
                <a:latin typeface="Candara" pitchFamily="34" charset="0"/>
                <a:ea typeface="Arial Unicode MS" pitchFamily="34" charset="-128"/>
                <a:cs typeface="Arial Unicode MS" pitchFamily="34" charset="-128"/>
              </a:rPr>
              <a:t>APRIMI GLI OCCHI DEL CUORE,</a:t>
            </a:r>
          </a:p>
          <a:p>
            <a:pPr marL="0" lvl="0" indent="0" algn="ctr">
              <a:buNone/>
            </a:pPr>
            <a:r>
              <a:rPr lang="it-IT" sz="5000" dirty="0">
                <a:solidFill>
                  <a:srgbClr val="00B050"/>
                </a:solidFill>
                <a:latin typeface="Candara" pitchFamily="34" charset="0"/>
                <a:ea typeface="Arial Unicode MS" pitchFamily="34" charset="-128"/>
                <a:cs typeface="Arial Unicode MS" pitchFamily="34" charset="-128"/>
              </a:rPr>
              <a:t>APRI I MIEI OCCHI SIGNOR</a:t>
            </a:r>
          </a:p>
          <a:p>
            <a:pPr marL="0" lvl="0" indent="0" algn="ctr">
              <a:buNone/>
            </a:pPr>
            <a:r>
              <a:rPr lang="it-IT" sz="5000" dirty="0">
                <a:solidFill>
                  <a:srgbClr val="00B050"/>
                </a:solidFill>
                <a:latin typeface="Candara" pitchFamily="34" charset="0"/>
                <a:ea typeface="Arial Unicode MS" pitchFamily="34" charset="-128"/>
                <a:cs typeface="Arial Unicode MS" pitchFamily="34" charset="-128"/>
              </a:rPr>
              <a:t>VOGLIO VEDERTI, VOGLIO VEDERTI.</a:t>
            </a:r>
          </a:p>
          <a:p>
            <a:pPr marL="0" lvl="0" indent="0" algn="ctr">
              <a:buNone/>
            </a:pPr>
            <a:r>
              <a:rPr lang="it-IT" sz="5000" dirty="0">
                <a:solidFill>
                  <a:srgbClr val="00B050"/>
                </a:solidFill>
                <a:latin typeface="Candara" pitchFamily="34" charset="0"/>
                <a:ea typeface="Arial Unicode MS" pitchFamily="34" charset="-128"/>
                <a:cs typeface="Arial Unicode MS" pitchFamily="34" charset="-128"/>
              </a:rPr>
              <a:t>APRIMI GLI OCCHI DEL CUORE,</a:t>
            </a:r>
          </a:p>
          <a:p>
            <a:pPr marL="0" lvl="0" indent="0" algn="ctr">
              <a:buNone/>
            </a:pPr>
            <a:r>
              <a:rPr lang="it-IT" sz="5000" dirty="0">
                <a:solidFill>
                  <a:srgbClr val="00B050"/>
                </a:solidFill>
                <a:latin typeface="Candara" pitchFamily="34" charset="0"/>
                <a:ea typeface="Arial Unicode MS" pitchFamily="34" charset="-128"/>
                <a:cs typeface="Arial Unicode MS" pitchFamily="34" charset="-128"/>
              </a:rPr>
              <a:t>APRI I MIEI OCCHI SIGNOR</a:t>
            </a:r>
          </a:p>
          <a:p>
            <a:pPr marL="0" lvl="0" indent="0" algn="ctr">
              <a:buNone/>
            </a:pPr>
            <a:r>
              <a:rPr lang="it-IT" sz="5000" dirty="0">
                <a:solidFill>
                  <a:srgbClr val="00B050"/>
                </a:solidFill>
                <a:latin typeface="Candara" pitchFamily="34" charset="0"/>
                <a:ea typeface="Arial Unicode MS" pitchFamily="34" charset="-128"/>
                <a:cs typeface="Arial Unicode MS" pitchFamily="34" charset="-128"/>
              </a:rPr>
              <a:t>VOGLIO VEDERTI, VOGLIO VEDERTI.</a:t>
            </a:r>
          </a:p>
        </p:txBody>
      </p:sp>
    </p:spTree>
    <p:extLst>
      <p:ext uri="{BB962C8B-B14F-4D97-AF65-F5344CB8AC3E}">
        <p14:creationId xmlns:p14="http://schemas.microsoft.com/office/powerpoint/2010/main" val="211695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-25598" y="0"/>
            <a:ext cx="9169598" cy="6858000"/>
          </a:xfr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txBody>
          <a:bodyPr>
            <a:normAutofit fontScale="92500"/>
          </a:bodyPr>
          <a:lstStyle/>
          <a:p>
            <a:pPr marL="0" lvl="0" indent="0" algn="ctr">
              <a:buNone/>
            </a:pPr>
            <a:r>
              <a:rPr lang="it-IT" sz="6000" dirty="0">
                <a:solidFill>
                  <a:srgbClr val="00B050"/>
                </a:solidFill>
                <a:latin typeface="Candara" pitchFamily="34" charset="0"/>
                <a:ea typeface="Arial Unicode MS" pitchFamily="34" charset="-128"/>
                <a:cs typeface="Arial Unicode MS" pitchFamily="34" charset="-128"/>
              </a:rPr>
              <a:t>VEDERTI SPLENDERE SIGNOR </a:t>
            </a:r>
          </a:p>
          <a:p>
            <a:pPr marL="0" lvl="0" indent="0" algn="ctr">
              <a:buNone/>
            </a:pPr>
            <a:r>
              <a:rPr lang="it-IT" sz="6000" dirty="0">
                <a:solidFill>
                  <a:srgbClr val="00B050"/>
                </a:solidFill>
                <a:latin typeface="Candara" pitchFamily="34" charset="0"/>
                <a:ea typeface="Arial Unicode MS" pitchFamily="34" charset="-128"/>
                <a:cs typeface="Arial Unicode MS" pitchFamily="34" charset="-128"/>
              </a:rPr>
              <a:t>NELLA LUCE DELLA TUA GLORIA</a:t>
            </a:r>
          </a:p>
          <a:p>
            <a:pPr marL="0" lvl="0" indent="0" algn="ctr">
              <a:buNone/>
            </a:pPr>
            <a:r>
              <a:rPr lang="it-IT" sz="6000" dirty="0">
                <a:solidFill>
                  <a:srgbClr val="00B050"/>
                </a:solidFill>
                <a:latin typeface="Candara" pitchFamily="34" charset="0"/>
                <a:ea typeface="Arial Unicode MS" pitchFamily="34" charset="-128"/>
                <a:cs typeface="Arial Unicode MS" pitchFamily="34" charset="-128"/>
              </a:rPr>
              <a:t>VERSA IL TUO AMORE SU NOI </a:t>
            </a:r>
            <a:endParaRPr lang="it-IT" sz="6000" dirty="0" smtClean="0">
              <a:solidFill>
                <a:srgbClr val="00B050"/>
              </a:solidFill>
              <a:latin typeface="Candara" pitchFamily="34" charset="0"/>
              <a:ea typeface="Arial Unicode MS" pitchFamily="34" charset="-128"/>
              <a:cs typeface="Arial Unicode MS" pitchFamily="34" charset="-128"/>
            </a:endParaRPr>
          </a:p>
          <a:p>
            <a:pPr marL="0" lvl="0" indent="0" algn="ctr">
              <a:buNone/>
            </a:pPr>
            <a:r>
              <a:rPr lang="it-IT" sz="6000" dirty="0" smtClean="0">
                <a:solidFill>
                  <a:srgbClr val="00B050"/>
                </a:solidFill>
                <a:latin typeface="Candara" pitchFamily="34" charset="0"/>
                <a:ea typeface="Arial Unicode MS" pitchFamily="34" charset="-128"/>
                <a:cs typeface="Arial Unicode MS" pitchFamily="34" charset="-128"/>
              </a:rPr>
              <a:t>MENTRE CANTIAMO SANTO, SANTO (X2)</a:t>
            </a:r>
          </a:p>
          <a:p>
            <a:pPr marL="0" indent="0" algn="ctr">
              <a:buNone/>
            </a:pPr>
            <a:endParaRPr lang="it-IT" dirty="0">
              <a:latin typeface="Candara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59906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836712"/>
            <a:ext cx="8229600" cy="517403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5400" dirty="0" smtClean="0">
                <a:solidFill>
                  <a:srgbClr val="00CC66"/>
                </a:solidFill>
                <a:latin typeface="Candara" panose="020E0502030303020204" pitchFamily="34" charset="0"/>
              </a:rPr>
              <a:t>SANTO </a:t>
            </a:r>
            <a:r>
              <a:rPr lang="it-IT" sz="5400" dirty="0" err="1" smtClean="0">
                <a:solidFill>
                  <a:srgbClr val="00CC66"/>
                </a:solidFill>
                <a:latin typeface="Candara" panose="020E0502030303020204" pitchFamily="34" charset="0"/>
              </a:rPr>
              <a:t>SANTO</a:t>
            </a:r>
            <a:r>
              <a:rPr lang="it-IT" sz="5400" dirty="0" smtClean="0">
                <a:solidFill>
                  <a:srgbClr val="00CC66"/>
                </a:solidFill>
                <a:latin typeface="Candara" panose="020E0502030303020204" pitchFamily="34" charset="0"/>
              </a:rPr>
              <a:t> </a:t>
            </a:r>
            <a:r>
              <a:rPr lang="it-IT" sz="5400" dirty="0" err="1" smtClean="0">
                <a:solidFill>
                  <a:srgbClr val="00CC66"/>
                </a:solidFill>
                <a:latin typeface="Candara" panose="020E0502030303020204" pitchFamily="34" charset="0"/>
              </a:rPr>
              <a:t>SANTO</a:t>
            </a:r>
            <a:endParaRPr lang="it-IT" sz="5400" dirty="0">
              <a:solidFill>
                <a:srgbClr val="00CC66"/>
              </a:solidFill>
              <a:latin typeface="Candara" panose="020E0502030303020204" pitchFamily="34" charset="0"/>
            </a:endParaRPr>
          </a:p>
          <a:p>
            <a:pPr marL="0" indent="0" algn="ctr">
              <a:buNone/>
            </a:pPr>
            <a:r>
              <a:rPr lang="it-IT" sz="5400" dirty="0" smtClean="0">
                <a:solidFill>
                  <a:srgbClr val="00CC66"/>
                </a:solidFill>
                <a:latin typeface="Candara" panose="020E0502030303020204" pitchFamily="34" charset="0"/>
              </a:rPr>
              <a:t>SANTO </a:t>
            </a:r>
            <a:r>
              <a:rPr lang="it-IT" sz="5400" dirty="0" err="1" smtClean="0">
                <a:solidFill>
                  <a:srgbClr val="00CC66"/>
                </a:solidFill>
                <a:latin typeface="Candara" panose="020E0502030303020204" pitchFamily="34" charset="0"/>
              </a:rPr>
              <a:t>SANTO</a:t>
            </a:r>
            <a:r>
              <a:rPr lang="it-IT" sz="5400" dirty="0" smtClean="0">
                <a:solidFill>
                  <a:srgbClr val="00CC66"/>
                </a:solidFill>
                <a:latin typeface="Candara" panose="020E0502030303020204" pitchFamily="34" charset="0"/>
              </a:rPr>
              <a:t> </a:t>
            </a:r>
            <a:r>
              <a:rPr lang="it-IT" sz="5400" dirty="0" err="1" smtClean="0">
                <a:solidFill>
                  <a:srgbClr val="00CC66"/>
                </a:solidFill>
                <a:latin typeface="Candara" panose="020E0502030303020204" pitchFamily="34" charset="0"/>
              </a:rPr>
              <a:t>SANTO</a:t>
            </a:r>
            <a:endParaRPr lang="it-IT" sz="5400" dirty="0" smtClean="0">
              <a:solidFill>
                <a:srgbClr val="00CC66"/>
              </a:solidFill>
              <a:latin typeface="Candara" panose="020E0502030303020204" pitchFamily="34" charset="0"/>
            </a:endParaRPr>
          </a:p>
          <a:p>
            <a:pPr marL="0" indent="0" algn="ctr">
              <a:buNone/>
            </a:pPr>
            <a:r>
              <a:rPr lang="it-IT" sz="5400" dirty="0" smtClean="0">
                <a:solidFill>
                  <a:srgbClr val="00CC66"/>
                </a:solidFill>
                <a:latin typeface="Candara" panose="020E0502030303020204" pitchFamily="34" charset="0"/>
              </a:rPr>
              <a:t>SANTO </a:t>
            </a:r>
            <a:r>
              <a:rPr lang="it-IT" sz="5400" dirty="0" err="1" smtClean="0">
                <a:solidFill>
                  <a:srgbClr val="00CC66"/>
                </a:solidFill>
                <a:latin typeface="Candara" panose="020E0502030303020204" pitchFamily="34" charset="0"/>
              </a:rPr>
              <a:t>SANTO</a:t>
            </a:r>
            <a:r>
              <a:rPr lang="it-IT" sz="5400" dirty="0" smtClean="0">
                <a:solidFill>
                  <a:srgbClr val="00CC66"/>
                </a:solidFill>
                <a:latin typeface="Candara" panose="020E0502030303020204" pitchFamily="34" charset="0"/>
              </a:rPr>
              <a:t> </a:t>
            </a:r>
            <a:r>
              <a:rPr lang="it-IT" sz="5400" dirty="0" err="1" smtClean="0">
                <a:solidFill>
                  <a:srgbClr val="00CC66"/>
                </a:solidFill>
                <a:latin typeface="Candara" panose="020E0502030303020204" pitchFamily="34" charset="0"/>
              </a:rPr>
              <a:t>SANTO</a:t>
            </a:r>
            <a:endParaRPr lang="it-IT" sz="5400" dirty="0">
              <a:solidFill>
                <a:srgbClr val="00CC66"/>
              </a:solidFill>
              <a:latin typeface="Candara" panose="020E0502030303020204" pitchFamily="34" charset="0"/>
            </a:endParaRPr>
          </a:p>
          <a:p>
            <a:pPr marL="0" indent="0" algn="ctr">
              <a:buNone/>
            </a:pPr>
            <a:r>
              <a:rPr lang="it-IT" sz="5400" dirty="0" smtClean="0">
                <a:solidFill>
                  <a:srgbClr val="00CC66"/>
                </a:solidFill>
                <a:latin typeface="Candara" panose="020E0502030303020204" pitchFamily="34" charset="0"/>
              </a:rPr>
              <a:t>VOGLIO VEDERTI (X3)</a:t>
            </a:r>
            <a:endParaRPr lang="it-IT" sz="5400" dirty="0">
              <a:solidFill>
                <a:srgbClr val="00CC66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2264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128</Words>
  <Application>Microsoft Office PowerPoint</Application>
  <PresentationFormat>Presentazione su schermo (4:3)</PresentationFormat>
  <Paragraphs>25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7" baseType="lpstr">
      <vt:lpstr>Tema di Office</vt:lpstr>
      <vt:lpstr>APRI GLI OCCHI DEL CUORE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APRI GLI OCCHI DEL CUORE</dc:title>
  <cp:lastModifiedBy>GRUPPO MERATE</cp:lastModifiedBy>
  <cp:revision>5</cp:revision>
  <dcterms:modified xsi:type="dcterms:W3CDTF">2017-07-07T18:34:19Z</dcterms:modified>
</cp:coreProperties>
</file>