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  <a:srgbClr val="99CCFF"/>
    <a:srgbClr val="66CCFF"/>
    <a:srgbClr val="66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80" d="100"/>
          <a:sy n="80" d="100"/>
        </p:scale>
        <p:origin x="782" y="2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 smtClean="0"/>
              <a:t>Fare clic per modificare lo stile del sottotitolo dello schema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B0DF5-4FE8-48BF-97D7-6A1698B5B597}" type="datetimeFigureOut">
              <a:rPr lang="it-IT" smtClean="0"/>
              <a:t>09/09/2016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B05B0-0B5B-4FDE-A208-0F6426A7E54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97408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B0DF5-4FE8-48BF-97D7-6A1698B5B597}" type="datetimeFigureOut">
              <a:rPr lang="it-IT" smtClean="0"/>
              <a:t>09/09/2016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B05B0-0B5B-4FDE-A208-0F6426A7E54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062111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B0DF5-4FE8-48BF-97D7-6A1698B5B597}" type="datetimeFigureOut">
              <a:rPr lang="it-IT" smtClean="0"/>
              <a:t>09/09/2016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B05B0-0B5B-4FDE-A208-0F6426A7E54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95010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B0DF5-4FE8-48BF-97D7-6A1698B5B597}" type="datetimeFigureOut">
              <a:rPr lang="it-IT" smtClean="0"/>
              <a:t>09/09/2016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B05B0-0B5B-4FDE-A208-0F6426A7E54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884807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B0DF5-4FE8-48BF-97D7-6A1698B5B597}" type="datetimeFigureOut">
              <a:rPr lang="it-IT" smtClean="0"/>
              <a:t>09/09/2016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B05B0-0B5B-4FDE-A208-0F6426A7E54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8469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B0DF5-4FE8-48BF-97D7-6A1698B5B597}" type="datetimeFigureOut">
              <a:rPr lang="it-IT" smtClean="0"/>
              <a:t>09/09/2016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B05B0-0B5B-4FDE-A208-0F6426A7E54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32658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B0DF5-4FE8-48BF-97D7-6A1698B5B597}" type="datetimeFigureOut">
              <a:rPr lang="it-IT" smtClean="0"/>
              <a:t>09/09/2016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B05B0-0B5B-4FDE-A208-0F6426A7E54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96798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B0DF5-4FE8-48BF-97D7-6A1698B5B597}" type="datetimeFigureOut">
              <a:rPr lang="it-IT" smtClean="0"/>
              <a:t>09/09/2016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B05B0-0B5B-4FDE-A208-0F6426A7E54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3335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B0DF5-4FE8-48BF-97D7-6A1698B5B597}" type="datetimeFigureOut">
              <a:rPr lang="it-IT" smtClean="0"/>
              <a:t>09/09/2016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B05B0-0B5B-4FDE-A208-0F6426A7E54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377702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B0DF5-4FE8-48BF-97D7-6A1698B5B597}" type="datetimeFigureOut">
              <a:rPr lang="it-IT" smtClean="0"/>
              <a:t>09/09/2016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B05B0-0B5B-4FDE-A208-0F6426A7E54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69952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B0DF5-4FE8-48BF-97D7-6A1698B5B597}" type="datetimeFigureOut">
              <a:rPr lang="it-IT" smtClean="0"/>
              <a:t>09/09/2016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B05B0-0B5B-4FDE-A208-0F6426A7E54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40500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FFCC"/>
            </a:gs>
            <a:gs pos="43000">
              <a:srgbClr val="6699FF"/>
            </a:gs>
            <a:gs pos="71000">
              <a:srgbClr val="99CCFF"/>
            </a:gs>
            <a:gs pos="15000">
              <a:schemeClr val="accent1">
                <a:lumMod val="50000"/>
                <a:alpha val="88000"/>
              </a:schemeClr>
            </a:gs>
            <a:gs pos="98000">
              <a:srgbClr val="66CCFF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6B0DF5-4FE8-48BF-97D7-6A1698B5B597}" type="datetimeFigureOut">
              <a:rPr lang="it-IT" smtClean="0"/>
              <a:t>09/09/2016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DB05B0-0B5B-4FDE-A208-0F6426A7E54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3373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it-IT" sz="9600" dirty="0" smtClean="0">
                <a:latin typeface="Gabriola" panose="04040605051002020D02" pitchFamily="82" charset="0"/>
              </a:rPr>
              <a:t>A Dio sia la gloria</a:t>
            </a:r>
            <a:endParaRPr lang="it-IT" sz="9600" dirty="0">
              <a:latin typeface="Gabriola" panose="04040605051002020D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77885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65827" y="379563"/>
            <a:ext cx="11102196" cy="611612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it-IT" sz="8000" dirty="0" smtClean="0">
                <a:latin typeface="Gabriola" panose="04040605051002020D02" pitchFamily="82" charset="0"/>
              </a:rPr>
              <a:t>A Dio sia la gloria,</a:t>
            </a:r>
          </a:p>
          <a:p>
            <a:pPr marL="0" indent="0" algn="ctr">
              <a:buNone/>
            </a:pPr>
            <a:r>
              <a:rPr lang="it-IT" sz="8000" dirty="0">
                <a:latin typeface="Gabriola" panose="04040605051002020D02" pitchFamily="82" charset="0"/>
              </a:rPr>
              <a:t>a</a:t>
            </a:r>
            <a:r>
              <a:rPr lang="it-IT" sz="8000" dirty="0" smtClean="0">
                <a:latin typeface="Gabriola" panose="04040605051002020D02" pitchFamily="82" charset="0"/>
              </a:rPr>
              <a:t> Dio sia la gloria,</a:t>
            </a:r>
          </a:p>
          <a:p>
            <a:pPr marL="0" indent="0" algn="ctr">
              <a:buNone/>
            </a:pPr>
            <a:r>
              <a:rPr lang="it-IT" sz="8000" dirty="0" smtClean="0">
                <a:latin typeface="Gabriola" panose="04040605051002020D02" pitchFamily="82" charset="0"/>
              </a:rPr>
              <a:t>a Dio sia la gloria,</a:t>
            </a:r>
          </a:p>
          <a:p>
            <a:pPr marL="0" indent="0" algn="ctr">
              <a:buNone/>
            </a:pPr>
            <a:r>
              <a:rPr lang="it-IT" sz="8000" dirty="0" smtClean="0">
                <a:latin typeface="Gabriola" panose="04040605051002020D02" pitchFamily="82" charset="0"/>
              </a:rPr>
              <a:t>per le cose che Egli fa!</a:t>
            </a:r>
            <a:endParaRPr lang="it-IT" sz="8000" dirty="0">
              <a:latin typeface="Gabriola" panose="04040605051002020D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69462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45056" y="345056"/>
            <a:ext cx="11516265" cy="626277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it-IT" sz="8000" dirty="0" smtClean="0">
                <a:latin typeface="Gabriola" panose="04040605051002020D02" pitchFamily="82" charset="0"/>
              </a:rPr>
              <a:t>Col Suo sangue m’ha lavato,</a:t>
            </a:r>
          </a:p>
          <a:p>
            <a:pPr marL="0" indent="0" algn="ctr">
              <a:buNone/>
            </a:pPr>
            <a:r>
              <a:rPr lang="it-IT" sz="8000" dirty="0" smtClean="0">
                <a:latin typeface="Gabriola" panose="04040605051002020D02" pitchFamily="82" charset="0"/>
              </a:rPr>
              <a:t>la Sua forza m’ha donato;</a:t>
            </a:r>
          </a:p>
          <a:p>
            <a:pPr marL="0" indent="0" algn="ctr">
              <a:buNone/>
            </a:pPr>
            <a:r>
              <a:rPr lang="it-IT" sz="8000" dirty="0" smtClean="0">
                <a:latin typeface="Gabriola" panose="04040605051002020D02" pitchFamily="82" charset="0"/>
              </a:rPr>
              <a:t>a Dio sia la gloria, </a:t>
            </a:r>
          </a:p>
          <a:p>
            <a:pPr marL="0" indent="0" algn="ctr">
              <a:buNone/>
            </a:pPr>
            <a:r>
              <a:rPr lang="it-IT" sz="8000" dirty="0" err="1" smtClean="0">
                <a:latin typeface="Gabriola" panose="04040605051002020D02" pitchFamily="82" charset="0"/>
              </a:rPr>
              <a:t>perchè</a:t>
            </a:r>
            <a:r>
              <a:rPr lang="it-IT" sz="8000" dirty="0" smtClean="0">
                <a:latin typeface="Gabriola" panose="04040605051002020D02" pitchFamily="82" charset="0"/>
              </a:rPr>
              <a:t> tutto Egli è per me!</a:t>
            </a:r>
          </a:p>
        </p:txBody>
      </p:sp>
    </p:spTree>
    <p:extLst>
      <p:ext uri="{BB962C8B-B14F-4D97-AF65-F5344CB8AC3E}">
        <p14:creationId xmlns:p14="http://schemas.microsoft.com/office/powerpoint/2010/main" val="38761194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250165" y="284672"/>
            <a:ext cx="11697419" cy="629728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it-IT" sz="8000" dirty="0" smtClean="0">
                <a:latin typeface="Gabriola" panose="04040605051002020D02" pitchFamily="82" charset="0"/>
              </a:rPr>
              <a:t>Il Suo amore m’ha salvato,</a:t>
            </a:r>
          </a:p>
          <a:p>
            <a:pPr marL="0" indent="0" algn="ctr">
              <a:buNone/>
            </a:pPr>
            <a:r>
              <a:rPr lang="it-IT" sz="8000" dirty="0" smtClean="0">
                <a:latin typeface="Gabriola" panose="04040605051002020D02" pitchFamily="82" charset="0"/>
              </a:rPr>
              <a:t>il Suo Spirito m’ha parlato;</a:t>
            </a:r>
          </a:p>
          <a:p>
            <a:pPr marL="0" indent="0" algn="ctr">
              <a:buNone/>
            </a:pPr>
            <a:r>
              <a:rPr lang="it-IT" sz="8000" dirty="0" smtClean="0">
                <a:latin typeface="Gabriola" panose="04040605051002020D02" pitchFamily="82" charset="0"/>
              </a:rPr>
              <a:t>a Dio sia la gloria,</a:t>
            </a:r>
          </a:p>
          <a:p>
            <a:pPr marL="0" indent="0" algn="ctr">
              <a:buNone/>
            </a:pPr>
            <a:r>
              <a:rPr lang="it-IT" sz="8000" dirty="0" smtClean="0">
                <a:latin typeface="Gabriola" panose="04040605051002020D02" pitchFamily="82" charset="0"/>
              </a:rPr>
              <a:t>perché tutto Egli è per me!</a:t>
            </a:r>
            <a:endParaRPr lang="it-IT" sz="8000" dirty="0">
              <a:latin typeface="Gabriola" panose="04040605051002020D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88273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80</Words>
  <Application>Microsoft Office PowerPoint</Application>
  <PresentationFormat>Widescreen</PresentationFormat>
  <Paragraphs>13</Paragraphs>
  <Slides>4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Gabriola</vt:lpstr>
      <vt:lpstr>Tema di Office</vt:lpstr>
      <vt:lpstr>A Dio sia la gloria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Dio sia la gloria</dc:title>
  <dc:creator>Paolo Giametta</dc:creator>
  <cp:lastModifiedBy>Paolo Giametta</cp:lastModifiedBy>
  <cp:revision>2</cp:revision>
  <dcterms:created xsi:type="dcterms:W3CDTF">2016-09-09T16:13:50Z</dcterms:created>
  <dcterms:modified xsi:type="dcterms:W3CDTF">2016-09-09T16:18:50Z</dcterms:modified>
</cp:coreProperties>
</file>