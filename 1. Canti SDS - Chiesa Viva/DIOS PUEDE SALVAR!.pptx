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72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57A3E-3B0C-404A-B7B1-BA186934D10D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956C5-5371-451C-A4E4-3FC6EBBDBED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sz="66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956C5-5371-451C-A4E4-3FC6EBBDBED2}" type="slidenum">
              <a:rPr lang="it-IT" smtClean="0"/>
              <a:pPr/>
              <a:t>1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6D0E0-B29E-4F28-9245-05A8471ECEF3}" type="datetimeFigureOut">
              <a:rPr lang="it-IT" smtClean="0"/>
              <a:pPr/>
              <a:t>20/10/2012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BB06B-34BA-426C-9E89-53D0A876B23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 rot="622831">
            <a:off x="-643426" y="-832131"/>
            <a:ext cx="10230044" cy="8579507"/>
          </a:xfrm>
          <a:solidFill>
            <a:srgbClr val="00B0F0"/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r>
              <a:rPr lang="it-IT" sz="7200" dirty="0" err="1" smtClean="0">
                <a:solidFill>
                  <a:srgbClr val="FF0000"/>
                </a:solidFill>
                <a:latin typeface="Berlin Sans FB" pitchFamily="34" charset="0"/>
              </a:rPr>
              <a:t>Dios</a:t>
            </a:r>
            <a:r>
              <a:rPr lang="it-IT" sz="72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72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7200" dirty="0" smtClean="0">
                <a:solidFill>
                  <a:srgbClr val="FF0000"/>
                </a:solidFill>
                <a:latin typeface="Berlin Sans FB" pitchFamily="34" charset="0"/>
              </a:rPr>
              <a:t> salvar</a:t>
            </a:r>
            <a:endParaRPr lang="it-IT" sz="7200" dirty="0">
              <a:solidFill>
                <a:srgbClr val="FF0000"/>
              </a:solidFill>
              <a:latin typeface="Berlin Sans FB" pitchFamily="34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Todos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necesitan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amor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que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nunca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falla,</a:t>
            </a:r>
          </a:p>
          <a:p>
            <a:pPr>
              <a:buNone/>
            </a:pP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Tu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gracia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y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compacìon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.</a:t>
            </a:r>
          </a:p>
          <a:p>
            <a:pPr>
              <a:buNone/>
            </a:pP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Todos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necesitan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perdon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y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esperanza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,</a:t>
            </a:r>
          </a:p>
          <a:p>
            <a:pPr>
              <a:buNone/>
            </a:pP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De un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Dios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que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salva.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Cristo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mover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montes</a:t>
            </a:r>
            <a:endParaRPr lang="it-IT" sz="6000" dirty="0">
              <a:solidFill>
                <a:srgbClr val="FF0000"/>
              </a:solidFill>
              <a:latin typeface="Berlin Sans FB" pitchFamily="34" charset="0"/>
            </a:endParaRPr>
          </a:p>
          <a:p>
            <a:pPr>
              <a:buNone/>
            </a:pP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Solo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Dios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salvar, mi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Dios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salvar!</a:t>
            </a:r>
          </a:p>
          <a:p>
            <a:pPr>
              <a:buNone/>
            </a:pP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Por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siempre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, autor de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salvacion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, </a:t>
            </a:r>
          </a:p>
          <a:p>
            <a:pPr>
              <a:buNone/>
            </a:pP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Jesus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la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muerte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venciò</a:t>
            </a:r>
            <a:endParaRPr lang="it-IT" sz="6000" dirty="0" smtClean="0">
              <a:solidFill>
                <a:srgbClr val="FF0000"/>
              </a:solidFill>
              <a:latin typeface="Berlin Sans FB" pitchFamily="34" charset="0"/>
            </a:endParaRPr>
          </a:p>
          <a:p>
            <a:pPr>
              <a:buNone/>
            </a:pP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El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la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muerte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000" dirty="0" err="1" smtClean="0">
                <a:solidFill>
                  <a:srgbClr val="FF0000"/>
                </a:solidFill>
                <a:latin typeface="Berlin Sans FB" pitchFamily="34" charset="0"/>
              </a:rPr>
              <a:t>venciò</a:t>
            </a:r>
            <a:r>
              <a:rPr lang="it-IT" sz="6000" dirty="0" smtClean="0">
                <a:solidFill>
                  <a:srgbClr val="FF0000"/>
                </a:solidFill>
                <a:latin typeface="Berlin Sans FB" pitchFamily="34" charset="0"/>
              </a:rPr>
              <a:t>!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/>
          <a:lstStyle/>
          <a:p>
            <a:pPr>
              <a:buNone/>
            </a:pP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Aun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con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mis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temores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, </a:t>
            </a:r>
          </a:p>
          <a:p>
            <a:pPr>
              <a:buNone/>
            </a:pP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se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que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me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aceptas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,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llename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otra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vez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.</a:t>
            </a:r>
          </a:p>
          <a:p>
            <a:pPr>
              <a:buNone/>
            </a:pP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Mi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vida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entera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ofrezco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,</a:t>
            </a:r>
          </a:p>
          <a:p>
            <a:pPr>
              <a:buNone/>
            </a:pP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Para seguir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tus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pasos</a:t>
            </a:r>
            <a:r>
              <a:rPr lang="it-IT" sz="6600" dirty="0" smtClean="0">
                <a:solidFill>
                  <a:srgbClr val="FF0000"/>
                </a:solidFill>
                <a:latin typeface="Berlin Sans FB" pitchFamily="34" charset="0"/>
              </a:rPr>
              <a:t>, a ti me </a:t>
            </a:r>
            <a:r>
              <a:rPr lang="it-IT" sz="6600" dirty="0" err="1" smtClean="0">
                <a:solidFill>
                  <a:srgbClr val="FF0000"/>
                </a:solidFill>
                <a:latin typeface="Berlin Sans FB" pitchFamily="34" charset="0"/>
              </a:rPr>
              <a:t>rindo</a:t>
            </a:r>
            <a:r>
              <a:rPr lang="it-IT" sz="6600" dirty="0">
                <a:solidFill>
                  <a:srgbClr val="FF0000"/>
                </a:solidFill>
                <a:latin typeface="Berlin Sans FB" pitchFamily="34" charset="0"/>
              </a:rPr>
              <a:t>!</a:t>
            </a:r>
            <a:endParaRPr lang="it-IT" sz="6600" dirty="0" smtClean="0">
              <a:solidFill>
                <a:srgbClr val="FF0000"/>
              </a:solidFill>
              <a:latin typeface="Berlin Sans FB" pitchFamily="34" charset="0"/>
            </a:endParaRP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/>
          <a:lstStyle/>
          <a:p>
            <a:pPr>
              <a:buNone/>
            </a:pP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Cristo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mover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montes</a:t>
            </a:r>
            <a:endParaRPr lang="it-IT" sz="5400" dirty="0" smtClean="0">
              <a:solidFill>
                <a:srgbClr val="FF0000"/>
              </a:solidFill>
              <a:latin typeface="Berlin Sans FB" pitchFamily="34" charset="0"/>
            </a:endParaRPr>
          </a:p>
          <a:p>
            <a:pPr>
              <a:buNone/>
            </a:pP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Solo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Dios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salvar, mi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Dios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salvar!</a:t>
            </a:r>
          </a:p>
          <a:p>
            <a:pPr>
              <a:buNone/>
            </a:pP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Por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siempre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, autor de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salvacion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, </a:t>
            </a:r>
          </a:p>
          <a:p>
            <a:pPr>
              <a:buNone/>
            </a:pP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Jesus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la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muerte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venciò</a:t>
            </a:r>
            <a:endParaRPr lang="it-IT" sz="5400" dirty="0" smtClean="0">
              <a:solidFill>
                <a:srgbClr val="FF0000"/>
              </a:solidFill>
              <a:latin typeface="Berlin Sans FB" pitchFamily="34" charset="0"/>
            </a:endParaRPr>
          </a:p>
          <a:p>
            <a:pPr>
              <a:buNone/>
            </a:pP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El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la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muerte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venciò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!</a:t>
            </a:r>
          </a:p>
          <a:p>
            <a:pPr>
              <a:buNone/>
            </a:pPr>
            <a:endParaRPr lang="it-IT" dirty="0" smtClean="0"/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/>
          <a:lstStyle/>
          <a:p>
            <a:pPr>
              <a:buNone/>
            </a:pP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En la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tierra</a:t>
            </a:r>
            <a:r>
              <a:rPr lang="it-IT" sz="5400" dirty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Tu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luz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brillara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! </a:t>
            </a:r>
          </a:p>
          <a:p>
            <a:pPr>
              <a:buNone/>
            </a:pP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Cantamos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, por la gloria de Tu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Majestad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! </a:t>
            </a:r>
          </a:p>
          <a:p>
            <a:pPr>
              <a:buNone/>
            </a:pP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(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Jesus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)</a:t>
            </a:r>
          </a:p>
          <a:p>
            <a:pPr>
              <a:buNone/>
            </a:pP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En la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tierra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Tu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luz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brillara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! </a:t>
            </a:r>
          </a:p>
          <a:p>
            <a:pPr>
              <a:buNone/>
            </a:pP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Cantamos</a:t>
            </a:r>
            <a:r>
              <a:rPr lang="it-IT" sz="5400" dirty="0" smtClean="0">
                <a:solidFill>
                  <a:srgbClr val="FF0000"/>
                </a:solidFill>
                <a:latin typeface="Berlin Sans FB" pitchFamily="34" charset="0"/>
              </a:rPr>
              <a:t>, por la gloria de Tu </a:t>
            </a:r>
            <a:r>
              <a:rPr lang="it-IT" sz="5400" dirty="0" err="1" smtClean="0">
                <a:solidFill>
                  <a:srgbClr val="FF0000"/>
                </a:solidFill>
                <a:latin typeface="Berlin Sans FB" pitchFamily="34" charset="0"/>
              </a:rPr>
              <a:t>Majestad…</a:t>
            </a:r>
            <a:endParaRPr lang="it-IT" sz="5400" dirty="0" smtClean="0">
              <a:solidFill>
                <a:srgbClr val="FF0000"/>
              </a:solidFill>
              <a:latin typeface="Berlin Sans FB" pitchFamily="34" charset="0"/>
            </a:endParaRP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/>
          <a:lstStyle/>
          <a:p>
            <a:pPr>
              <a:buNone/>
            </a:pP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Cristo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mover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montes</a:t>
            </a:r>
            <a:endParaRPr lang="it-IT" sz="5200" dirty="0" smtClean="0">
              <a:solidFill>
                <a:srgbClr val="FF0000"/>
              </a:solidFill>
              <a:latin typeface="Berlin Sans FB" pitchFamily="34" charset="0"/>
            </a:endParaRPr>
          </a:p>
          <a:p>
            <a:pPr>
              <a:buNone/>
            </a:pP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Solo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Dios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salvar, mi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Dios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puede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salvar!</a:t>
            </a:r>
          </a:p>
          <a:p>
            <a:pPr>
              <a:buNone/>
            </a:pP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Por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siempre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, autor de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salvacion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, </a:t>
            </a:r>
          </a:p>
          <a:p>
            <a:pPr>
              <a:buNone/>
            </a:pP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Jesus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la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muerte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venciò</a:t>
            </a:r>
            <a:endParaRPr lang="it-IT" sz="5200" dirty="0" smtClean="0">
              <a:solidFill>
                <a:srgbClr val="FF0000"/>
              </a:solidFill>
              <a:latin typeface="Berlin Sans FB" pitchFamily="34" charset="0"/>
            </a:endParaRPr>
          </a:p>
          <a:p>
            <a:pPr>
              <a:buNone/>
            </a:pP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El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la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muerte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 </a:t>
            </a: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venciò</a:t>
            </a:r>
            <a:r>
              <a:rPr lang="it-IT" sz="5200" dirty="0" smtClean="0">
                <a:solidFill>
                  <a:srgbClr val="FF0000"/>
                </a:solidFill>
                <a:latin typeface="Berlin Sans FB" pitchFamily="34" charset="0"/>
              </a:rPr>
              <a:t>!</a:t>
            </a:r>
          </a:p>
          <a:p>
            <a:pPr>
              <a:buNone/>
            </a:pPr>
            <a:r>
              <a:rPr lang="it-IT" sz="5200" dirty="0" err="1" smtClean="0">
                <a:solidFill>
                  <a:srgbClr val="FF0000"/>
                </a:solidFill>
                <a:latin typeface="Berlin Sans FB" pitchFamily="34" charset="0"/>
              </a:rPr>
              <a:t>Jesus…</a:t>
            </a:r>
            <a:endParaRPr lang="it-IT" sz="5200" dirty="0" smtClean="0">
              <a:solidFill>
                <a:srgbClr val="FF0000"/>
              </a:solidFill>
              <a:latin typeface="Berlin Sans FB" pitchFamily="34" charset="0"/>
            </a:endParaRP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79</TotalTime>
  <Words>184</Words>
  <Application>Microsoft Office PowerPoint</Application>
  <PresentationFormat>Presentazione su schermo (4:3)</PresentationFormat>
  <Paragraphs>31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Dios puede salvar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Dios puede salvar</dc:title>
  <dc:creator>UTENTE</dc:creator>
  <cp:lastModifiedBy>UTENTE</cp:lastModifiedBy>
  <cp:revision>7</cp:revision>
  <dcterms:created xsi:type="dcterms:W3CDTF">2012-07-03T19:42:50Z</dcterms:created>
  <dcterms:modified xsi:type="dcterms:W3CDTF">2012-10-20T07:46:41Z</dcterms:modified>
</cp:coreProperties>
</file>