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66FF"/>
    <a:srgbClr val="990033"/>
    <a:srgbClr val="00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3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3D16E-30E2-4822-85CC-07195599387B}" type="datetimeFigureOut">
              <a:rPr lang="it-IT" smtClean="0"/>
              <a:t>28/09/2012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D9038-507E-46B9-A6A4-0111D877B5C5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  <a:solidFill>
            <a:srgbClr val="FF9933"/>
          </a:solidFill>
        </p:spPr>
        <p:txBody>
          <a:bodyPr/>
          <a:lstStyle/>
          <a:p>
            <a:endParaRPr lang="it-IT" dirty="0" smtClean="0"/>
          </a:p>
          <a:p>
            <a:r>
              <a:rPr lang="it-IT" sz="9600" dirty="0" smtClean="0">
                <a:solidFill>
                  <a:srgbClr val="002060"/>
                </a:solidFill>
                <a:latin typeface="Poor Richard" pitchFamily="18" charset="0"/>
              </a:rPr>
              <a:t>Mi </a:t>
            </a:r>
            <a:r>
              <a:rPr lang="it-IT" sz="9600" dirty="0" err="1" smtClean="0">
                <a:solidFill>
                  <a:srgbClr val="002060"/>
                </a:solidFill>
                <a:latin typeface="Poor Richard" pitchFamily="18" charset="0"/>
              </a:rPr>
              <a:t>pensamiento</a:t>
            </a:r>
            <a:r>
              <a:rPr lang="it-IT" sz="9600" dirty="0" smtClean="0">
                <a:solidFill>
                  <a:srgbClr val="002060"/>
                </a:solidFill>
                <a:latin typeface="Poor Richard" pitchFamily="18" charset="0"/>
              </a:rPr>
              <a:t>       </a:t>
            </a:r>
          </a:p>
          <a:p>
            <a:r>
              <a:rPr lang="it-IT" sz="9600" dirty="0" err="1" smtClean="0">
                <a:solidFill>
                  <a:srgbClr val="002060"/>
                </a:solidFill>
                <a:latin typeface="Poor Richard" pitchFamily="18" charset="0"/>
              </a:rPr>
              <a:t>eres</a:t>
            </a:r>
            <a:r>
              <a:rPr lang="it-IT" sz="9600" dirty="0" smtClean="0">
                <a:solidFill>
                  <a:srgbClr val="002060"/>
                </a:solidFill>
                <a:latin typeface="Poor Richard" pitchFamily="18" charset="0"/>
              </a:rPr>
              <a:t> tu</a:t>
            </a:r>
            <a:endParaRPr lang="it-IT" sz="9600" dirty="0">
              <a:solidFill>
                <a:srgbClr val="002060"/>
              </a:solidFill>
              <a:latin typeface="Poor Richar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ottotitolo 5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  <a:solidFill>
            <a:srgbClr val="FF9933"/>
          </a:solidFill>
        </p:spPr>
        <p:txBody>
          <a:bodyPr>
            <a:noAutofit/>
          </a:bodyPr>
          <a:lstStyle/>
          <a:p>
            <a:pPr algn="l"/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Mi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pensamiento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eres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tu,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Senor</a:t>
            </a:r>
            <a:endParaRPr lang="it-IT" sz="6000" b="1" dirty="0">
              <a:solidFill>
                <a:srgbClr val="002060"/>
              </a:solidFill>
              <a:latin typeface="High Tower Text" pitchFamily="18" charset="0"/>
            </a:endParaRPr>
          </a:p>
          <a:p>
            <a:pPr algn="l"/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Mi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pensamiento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eres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tu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Senor</a:t>
            </a:r>
            <a:endParaRPr lang="it-IT" sz="6000" b="1" dirty="0" smtClean="0">
              <a:solidFill>
                <a:srgbClr val="002060"/>
              </a:solidFill>
              <a:latin typeface="High Tower Text" pitchFamily="18" charset="0"/>
            </a:endParaRPr>
          </a:p>
          <a:p>
            <a:pPr algn="l"/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Mi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pensamiento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eres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tu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Senor</a:t>
            </a:r>
            <a:endParaRPr lang="it-IT" sz="6000" b="1" dirty="0" smtClean="0">
              <a:solidFill>
                <a:srgbClr val="002060"/>
              </a:solidFill>
              <a:latin typeface="High Tower Text" pitchFamily="18" charset="0"/>
            </a:endParaRPr>
          </a:p>
          <a:p>
            <a:pPr algn="l"/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Mi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pensamiento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eres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tu…</a:t>
            </a:r>
            <a:endParaRPr lang="it-IT" sz="6000" b="1" dirty="0" smtClean="0">
              <a:solidFill>
                <a:srgbClr val="002060"/>
              </a:solidFill>
              <a:latin typeface="High Tower Tex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9933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Porque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tu me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has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dado la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vida</a:t>
            </a:r>
            <a:endParaRPr lang="it-IT" sz="6000" b="1" dirty="0" smtClean="0">
              <a:solidFill>
                <a:srgbClr val="002060"/>
              </a:solidFill>
              <a:latin typeface="High Tower Text" pitchFamily="18" charset="0"/>
            </a:endParaRP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Porche tu me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has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dado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el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existir</a:t>
            </a:r>
            <a:endParaRPr lang="it-IT" sz="6000" b="1" dirty="0" smtClean="0">
              <a:solidFill>
                <a:srgbClr val="002060"/>
              </a:solidFill>
              <a:latin typeface="High Tower Text" pitchFamily="18" charset="0"/>
            </a:endParaRPr>
          </a:p>
          <a:p>
            <a:pPr>
              <a:buNone/>
            </a:pP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Porque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tu me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has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dado carino y tu amor. (x2)  </a:t>
            </a:r>
            <a:endParaRPr lang="it-IT" sz="6000" b="1" dirty="0">
              <a:solidFill>
                <a:srgbClr val="002060"/>
              </a:solidFill>
              <a:latin typeface="High Tower Tex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9933"/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Toda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mi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vida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eres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tu,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Senor</a:t>
            </a:r>
            <a:endParaRPr lang="it-IT" sz="6400" b="1" dirty="0">
              <a:solidFill>
                <a:srgbClr val="002060"/>
              </a:solidFill>
              <a:latin typeface="High Tower Text" pitchFamily="18" charset="0"/>
            </a:endParaRPr>
          </a:p>
          <a:p>
            <a:pPr>
              <a:buNone/>
            </a:pP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Toda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mi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vida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eres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tu,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Senor</a:t>
            </a:r>
            <a:endParaRPr lang="it-IT" sz="6400" b="1" dirty="0" smtClean="0">
              <a:solidFill>
                <a:srgbClr val="002060"/>
              </a:solidFill>
              <a:latin typeface="High Tower Text" pitchFamily="18" charset="0"/>
            </a:endParaRPr>
          </a:p>
          <a:p>
            <a:pPr>
              <a:buNone/>
            </a:pP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Toda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mi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vida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eres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tu,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Senor</a:t>
            </a:r>
            <a:endParaRPr lang="it-IT" sz="6400" b="1" dirty="0" smtClean="0">
              <a:solidFill>
                <a:srgbClr val="002060"/>
              </a:solidFill>
              <a:latin typeface="High Tower Text" pitchFamily="18" charset="0"/>
            </a:endParaRPr>
          </a:p>
          <a:p>
            <a:pPr>
              <a:buNone/>
            </a:pP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Toda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mi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vida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eres</a:t>
            </a:r>
            <a:r>
              <a:rPr lang="it-IT" sz="64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400" b="1" dirty="0" err="1" smtClean="0">
                <a:solidFill>
                  <a:srgbClr val="002060"/>
                </a:solidFill>
                <a:latin typeface="High Tower Text" pitchFamily="18" charset="0"/>
              </a:rPr>
              <a:t>tu…</a:t>
            </a:r>
            <a:endParaRPr lang="it-IT" sz="6400" b="1" dirty="0" smtClean="0">
              <a:solidFill>
                <a:srgbClr val="002060"/>
              </a:solidFill>
              <a:latin typeface="High Tower Text" pitchFamily="18" charset="0"/>
            </a:endParaRP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9933"/>
          </a:solidFill>
        </p:spPr>
        <p:txBody>
          <a:bodyPr/>
          <a:lstStyle/>
          <a:p>
            <a:pPr>
              <a:buNone/>
            </a:pP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Porque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tu me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has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dado la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vida</a:t>
            </a:r>
            <a:endParaRPr lang="it-IT" sz="6000" b="1" dirty="0" smtClean="0">
              <a:solidFill>
                <a:srgbClr val="002060"/>
              </a:solidFill>
              <a:latin typeface="High Tower Text" pitchFamily="18" charset="0"/>
            </a:endParaRP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Porche tu me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has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dado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el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existir</a:t>
            </a:r>
            <a:endParaRPr lang="it-IT" sz="6000" b="1" dirty="0" smtClean="0">
              <a:solidFill>
                <a:srgbClr val="002060"/>
              </a:solidFill>
              <a:latin typeface="High Tower Text" pitchFamily="18" charset="0"/>
            </a:endParaRPr>
          </a:p>
          <a:p>
            <a:pPr>
              <a:buNone/>
            </a:pP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Porque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tu me </a:t>
            </a:r>
            <a:r>
              <a:rPr lang="it-IT" sz="6000" b="1" dirty="0" err="1" smtClean="0">
                <a:solidFill>
                  <a:srgbClr val="002060"/>
                </a:solidFill>
                <a:latin typeface="High Tower Text" pitchFamily="18" charset="0"/>
              </a:rPr>
              <a:t>has</a:t>
            </a:r>
            <a:r>
              <a:rPr lang="it-IT" sz="6000" b="1" dirty="0" smtClean="0">
                <a:solidFill>
                  <a:srgbClr val="002060"/>
                </a:solidFill>
                <a:latin typeface="High Tower Text" pitchFamily="18" charset="0"/>
              </a:rPr>
              <a:t> dado carino y tu amor. (x2)  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106</Words>
  <Application>Microsoft Office PowerPoint</Application>
  <PresentationFormat>Presentazione su schermo (4:3)</PresentationFormat>
  <Paragraphs>17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Diapositiva 1</vt:lpstr>
      <vt:lpstr>Diapositiva 2</vt:lpstr>
      <vt:lpstr>Diapositiva 3</vt:lpstr>
      <vt:lpstr>Diapositiva 4</vt:lpstr>
      <vt:lpstr>Diapositiva 5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UTENTE</dc:creator>
  <cp:lastModifiedBy>UTENTE</cp:lastModifiedBy>
  <cp:revision>3</cp:revision>
  <dcterms:created xsi:type="dcterms:W3CDTF">2012-09-28T18:12:34Z</dcterms:created>
  <dcterms:modified xsi:type="dcterms:W3CDTF">2012-09-28T18:33:57Z</dcterms:modified>
</cp:coreProperties>
</file>