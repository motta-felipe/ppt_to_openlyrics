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0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45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33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833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889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075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18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3394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786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807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04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00958-AF88-47F6-86C7-5061893E100C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166D6-DD44-4486-A76A-BF96796FD4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69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666169"/>
            <a:ext cx="121920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600" dirty="0" smtClean="0">
                <a:solidFill>
                  <a:srgbClr val="FF0000"/>
                </a:solidFill>
              </a:rPr>
              <a:t>Chi è venuto in chiesa oggi</a:t>
            </a:r>
            <a:endParaRPr lang="it-IT" sz="8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807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837127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Chi è venuto in chiesa oggi: Isacco, Isacco, chi è venuto in chiesa oggi Isacco.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23735718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1223493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Benvenuto sia tu, Isacco, Isacco, benvenuto sia tu Isacco.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41817693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837127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Chi è venuto in chiesa oggi: Isacco, Isacco, chi è venuto in chiesa oggi Isacco.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412816086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1223493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Benvenuto sia tu, Isacco, Isacco, benvenuto sia tu Isacco.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8872658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837127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Chi è venuto in chiesa oggi: Isacco, Isacco, chi è venuto in chiesa oggi Isacco.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21201504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1223493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Benvenuto sia tu, Isacco, Isacco, benvenuto sia tu Isacco.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23464388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0273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102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Gioele Rigitano</cp:lastModifiedBy>
  <cp:revision>3</cp:revision>
  <dcterms:created xsi:type="dcterms:W3CDTF">2014-09-25T08:45:06Z</dcterms:created>
  <dcterms:modified xsi:type="dcterms:W3CDTF">2014-09-25T13:22:40Z</dcterms:modified>
</cp:coreProperties>
</file>