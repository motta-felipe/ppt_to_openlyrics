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09/09/2013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09/09/2013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09/09/2013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09/09/2013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09/09/2013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09/09/2013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09/09/2013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09/09/2013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09/09/2013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09/09/2013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09/09/2013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3000">
              <a:schemeClr val="accent2">
                <a:lumMod val="60000"/>
                <a:lumOff val="40000"/>
              </a:schemeClr>
            </a:gs>
            <a:gs pos="50000">
              <a:schemeClr val="accent3">
                <a:lumMod val="60000"/>
                <a:lumOff val="40000"/>
              </a:schemeClr>
            </a:gs>
            <a:gs pos="75000">
              <a:schemeClr val="accent5">
                <a:lumMod val="60000"/>
                <a:lumOff val="4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09/09/2013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it-IT" sz="11500" b="1" i="1" dirty="0">
                <a:solidFill>
                  <a:srgbClr val="002060"/>
                </a:solidFill>
                <a:latin typeface="Century Gothic" pitchFamily="34" charset="0"/>
              </a:rPr>
              <a:t>ALLA TUA PRESENZA</a:t>
            </a:r>
            <a:endParaRPr lang="it-IT" sz="115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179512" y="332656"/>
            <a:ext cx="8712968" cy="597666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it-IT" sz="4800" b="1" i="1" dirty="0">
                <a:solidFill>
                  <a:srgbClr val="002060"/>
                </a:solidFill>
                <a:latin typeface="Century Gothic" pitchFamily="34" charset="0"/>
              </a:rPr>
              <a:t>Alla tua presenza portaci oh Signor,</a:t>
            </a:r>
          </a:p>
          <a:p>
            <a:pPr algn="ctr">
              <a:buNone/>
            </a:pPr>
            <a:r>
              <a:rPr lang="it-IT" sz="4800" b="1" i="1" dirty="0">
                <a:solidFill>
                  <a:srgbClr val="002060"/>
                </a:solidFill>
                <a:latin typeface="Century Gothic" pitchFamily="34" charset="0"/>
              </a:rPr>
              <a:t>Nei tuoi atri noi vogliamo dimorar.</a:t>
            </a:r>
          </a:p>
          <a:p>
            <a:pPr algn="ctr">
              <a:buNone/>
            </a:pPr>
            <a:r>
              <a:rPr lang="it-IT" sz="4800" b="1" i="1" dirty="0">
                <a:solidFill>
                  <a:srgbClr val="002060"/>
                </a:solidFill>
                <a:latin typeface="Century Gothic" pitchFamily="34" charset="0"/>
              </a:rPr>
              <a:t>Nel tuo Tempio intoneremo inni a te,</a:t>
            </a:r>
          </a:p>
          <a:p>
            <a:pPr algn="ctr">
              <a:buNone/>
            </a:pPr>
            <a:r>
              <a:rPr lang="it-IT" sz="4800" b="1" i="1" dirty="0">
                <a:solidFill>
                  <a:srgbClr val="002060"/>
                </a:solidFill>
                <a:latin typeface="Century Gothic" pitchFamily="34" charset="0"/>
              </a:rPr>
              <a:t>Canti di Lode alla tua Maestà.</a:t>
            </a:r>
          </a:p>
          <a:p>
            <a:pPr marL="0" indent="0">
              <a:buNone/>
            </a:pPr>
            <a:endParaRPr lang="it-IT" sz="4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467544" y="620688"/>
            <a:ext cx="8219256" cy="550547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t-IT" sz="4000" b="1" i="1" dirty="0">
                <a:solidFill>
                  <a:srgbClr val="002060"/>
                </a:solidFill>
                <a:latin typeface="Century Gothic" pitchFamily="34" charset="0"/>
                <a:ea typeface="DFKai-SB" pitchFamily="65" charset="-120"/>
                <a:cs typeface="JasmineUPC" pitchFamily="18" charset="-34"/>
              </a:rPr>
              <a:t>Il tuo Santo Spirito ci guidi là dove sei tu,</a:t>
            </a:r>
          </a:p>
          <a:p>
            <a:pPr algn="ctr">
              <a:buNone/>
            </a:pPr>
            <a:r>
              <a:rPr lang="it-IT" sz="4000" b="1" i="1" dirty="0">
                <a:solidFill>
                  <a:srgbClr val="002060"/>
                </a:solidFill>
                <a:latin typeface="Century Gothic" pitchFamily="34" charset="0"/>
                <a:ea typeface="DFKai-SB" pitchFamily="65" charset="-120"/>
                <a:cs typeface="JasmineUPC" pitchFamily="18" charset="-34"/>
              </a:rPr>
              <a:t>Alla tua presenza, Signore Gesù.</a:t>
            </a:r>
          </a:p>
          <a:p>
            <a:pPr algn="ctr">
              <a:buNone/>
            </a:pPr>
            <a:r>
              <a:rPr lang="it-IT" sz="4000" b="1" i="1" dirty="0">
                <a:solidFill>
                  <a:srgbClr val="002060"/>
                </a:solidFill>
                <a:latin typeface="Century Gothic" pitchFamily="34" charset="0"/>
                <a:ea typeface="DFKai-SB" pitchFamily="65" charset="-120"/>
                <a:cs typeface="JasmineUPC" pitchFamily="18" charset="-34"/>
              </a:rPr>
              <a:t>In Eterno canteremo gloria a Te Signor.</a:t>
            </a:r>
          </a:p>
          <a:p>
            <a:pPr algn="ctr">
              <a:buNone/>
            </a:pPr>
            <a:r>
              <a:rPr lang="it-IT" sz="4000" b="1" i="1" dirty="0">
                <a:solidFill>
                  <a:srgbClr val="002060"/>
                </a:solidFill>
                <a:latin typeface="Century Gothic" pitchFamily="34" charset="0"/>
                <a:ea typeface="DFKai-SB" pitchFamily="65" charset="-120"/>
                <a:cs typeface="JasmineUPC" pitchFamily="18" charset="-34"/>
              </a:rPr>
              <a:t>Alla tua presenza, alla tua presenza,</a:t>
            </a:r>
          </a:p>
          <a:p>
            <a:pPr algn="ctr">
              <a:buNone/>
            </a:pPr>
            <a:r>
              <a:rPr lang="it-IT" sz="4000" b="1" i="1" dirty="0">
                <a:solidFill>
                  <a:srgbClr val="002060"/>
                </a:solidFill>
                <a:latin typeface="Century Gothic" pitchFamily="34" charset="0"/>
                <a:ea typeface="DFKai-SB" pitchFamily="65" charset="-120"/>
                <a:cs typeface="JasmineUPC" pitchFamily="18" charset="-34"/>
              </a:rPr>
              <a:t>Per sempre insieme a te, Gesù.</a:t>
            </a:r>
          </a:p>
          <a:p>
            <a:pPr marL="0" indent="0">
              <a:buNone/>
            </a:pPr>
            <a:endParaRPr lang="it-IT" sz="4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</Words>
  <Application>Microsoft Office PowerPoint</Application>
  <PresentationFormat>Presentazione su schermo (4:3)</PresentationFormat>
  <Paragraphs>10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4" baseType="lpstr">
      <vt:lpstr>Tema di Office</vt:lpstr>
      <vt:lpstr>ALLA TUA PRESENZA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ALLA TUA PRESENZA</dc:title>
  <dc:creator>Francy</dc:creator>
  <cp:lastModifiedBy>GRUPPO MERATE</cp:lastModifiedBy>
  <cp:revision>3</cp:revision>
  <dcterms:created xsi:type="dcterms:W3CDTF">2012-09-28T18:51:21Z</dcterms:created>
  <dcterms:modified xsi:type="dcterms:W3CDTF">2013-09-09T18:43:13Z</dcterms:modified>
</cp:coreProperties>
</file>