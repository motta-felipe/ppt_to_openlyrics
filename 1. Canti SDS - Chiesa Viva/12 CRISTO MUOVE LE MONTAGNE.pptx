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0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266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74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801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00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480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162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145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879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53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710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677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4A37A-D8A2-4B23-9545-2722961AEAD2}" type="datetimeFigureOut">
              <a:rPr lang="it-IT" smtClean="0"/>
              <a:t>07/09/2014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45B86-C8C3-438F-B880-15B2E228EB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285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3568" y="1556792"/>
            <a:ext cx="7772400" cy="2954759"/>
          </a:xfrm>
        </p:spPr>
        <p:txBody>
          <a:bodyPr>
            <a:noAutofit/>
          </a:bodyPr>
          <a:lstStyle/>
          <a:p>
            <a:r>
              <a:rPr lang="it-IT" sz="8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CRISTO MUOVE LE MONTAGNE</a:t>
            </a:r>
            <a:endParaRPr lang="it-IT" sz="8000" b="1" dirty="0">
              <a:ln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81419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5054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Tutti hanno </a:t>
            </a:r>
            <a:r>
              <a:rPr lang="it-IT" sz="54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bisogno di un amore senza </a:t>
            </a:r>
            <a: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fine,</a:t>
            </a:r>
            <a:b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4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 grazia Tua su </a:t>
            </a:r>
            <a: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me.</a:t>
            </a:r>
            <a:b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4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C'è grande bisogno di perdono e </a:t>
            </a:r>
            <a: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conforto,</a:t>
            </a:r>
            <a:b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4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Del Dio che </a:t>
            </a:r>
            <a:r>
              <a:rPr lang="it-IT" sz="54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salva.</a:t>
            </a:r>
            <a:endParaRPr lang="it-IT" sz="5400" b="1" dirty="0">
              <a:ln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097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04664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Cristo muove le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montagne,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 Dio potente Tu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sei,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 Dio potente Tu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sei.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Per sempre dona la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salvezza,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Gesù la morte schiacciò e vittoria ci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dà.</a:t>
            </a:r>
            <a:endParaRPr lang="it-IT" sz="5200" b="1" dirty="0">
              <a:ln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6471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260648"/>
            <a:ext cx="8219256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60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Prendimi come sono, con tutti i miei </a:t>
            </a:r>
            <a: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timori,</a:t>
            </a:r>
            <a:b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60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Riempimi di </a:t>
            </a:r>
            <a: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Te.</a:t>
            </a:r>
            <a:b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60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Questa mia vita che voglio </a:t>
            </a:r>
            <a: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dedicarti,</a:t>
            </a:r>
            <a:b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60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Credendo fino alla </a:t>
            </a:r>
            <a:r>
              <a:rPr lang="it-IT" sz="60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fine.</a:t>
            </a:r>
            <a:endParaRPr lang="it-IT" sz="6000" b="1" dirty="0">
              <a:ln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7700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76672"/>
            <a:ext cx="8219256" cy="597666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Cristo muove le montagne,</a:t>
            </a:r>
            <a:b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 Dio potente Tu sei,</a:t>
            </a:r>
            <a:b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 Dio potente Tu sei.</a:t>
            </a:r>
            <a:b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Per sempre dona la salvezza,</a:t>
            </a:r>
            <a:b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6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Gesù la morte schiacciò e vittoria ci dà.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5443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88640"/>
            <a:ext cx="8219256" cy="59375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400" b="1" dirty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 tua luce sia sul mondo o Re</a:t>
            </a:r>
            <a:r>
              <a:rPr lang="it-IT" sz="4400" b="1" dirty="0" smtClean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it-IT" sz="4400" b="1" dirty="0" smtClean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4400" b="1" dirty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Cantiamo per la gloria di Dio Padre, </a:t>
            </a:r>
            <a:r>
              <a:rPr lang="it-IT" sz="4400" b="1" dirty="0" smtClean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Gesù!</a:t>
            </a:r>
          </a:p>
          <a:p>
            <a:pPr marL="0" indent="0" algn="ctr">
              <a:buNone/>
            </a:pPr>
            <a:endParaRPr lang="it-IT" sz="4400" b="1" dirty="0">
              <a:ln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 algn="ctr">
              <a:buNone/>
            </a:pPr>
            <a:r>
              <a:rPr lang="it-IT" sz="4400" b="1" dirty="0" smtClean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 tua grazia sia sul mondo o Re</a:t>
            </a:r>
          </a:p>
          <a:p>
            <a:pPr marL="0" indent="0" algn="ctr">
              <a:buNone/>
            </a:pPr>
            <a:r>
              <a:rPr lang="it-IT" sz="4400" b="1" dirty="0" smtClean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Cantiamo per la gloria di Dio Padre!</a:t>
            </a:r>
            <a:br>
              <a:rPr lang="it-IT" sz="4400" b="1" dirty="0" smtClean="0">
                <a:ln w="19050"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endParaRPr lang="it-IT" sz="4400" b="1" dirty="0">
              <a:ln w="19050"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3857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188640"/>
            <a:ext cx="8219256" cy="57214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Cristo muove le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montagne,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 Dio potente Tu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sei,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Un Dio potente Tu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sei.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Per sempre dona la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salvezza,</a:t>
            </a:r>
            <a:b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it-IT" sz="5200" b="1" dirty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Gesù la morte schiacciò e vittoria ci </a:t>
            </a: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dà…</a:t>
            </a:r>
          </a:p>
          <a:p>
            <a:pPr marL="0" indent="0" algn="ctr">
              <a:buNone/>
            </a:pPr>
            <a:r>
              <a:rPr lang="it-IT" sz="5200" b="1" dirty="0" smtClean="0">
                <a:ln>
                  <a:solidFill>
                    <a:srgbClr val="FFC000"/>
                  </a:solidFill>
                </a:ln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Gesù.</a:t>
            </a:r>
            <a:endParaRPr lang="it-IT" sz="5200" b="1" dirty="0">
              <a:ln>
                <a:solidFill>
                  <a:srgbClr val="FFC000"/>
                </a:solidFill>
              </a:ln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4550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46</Words>
  <Application>Microsoft Office PowerPoint</Application>
  <PresentationFormat>Presentazione su schermo 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CRISTO MUOVE LE MONTAGNE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CRISTO MUOVE LE MONTAGNE</dc:title>
  <dc:creator>Windows XP</dc:creator>
  <cp:lastModifiedBy>Windows XP</cp:lastModifiedBy>
  <cp:revision>3</cp:revision>
  <dcterms:created xsi:type="dcterms:W3CDTF">2014-09-07T23:34:42Z</dcterms:created>
  <dcterms:modified xsi:type="dcterms:W3CDTF">2014-09-07T23:57:30Z</dcterms:modified>
</cp:coreProperties>
</file>