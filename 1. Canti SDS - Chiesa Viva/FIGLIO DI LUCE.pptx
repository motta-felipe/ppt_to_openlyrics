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530"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0E24F29C-7F42-4558-9D96-950FE9097FC6}" type="datetimeFigureOut">
              <a:rPr lang="it-IT" smtClean="0"/>
              <a:pPr/>
              <a:t>04/04/2025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A1654B8-243F-4059-A6B7-2EA297F85AE2}" type="slidenum">
              <a:rPr lang="it-IT" smtClean="0"/>
              <a:pPr/>
              <a:t>‹#›</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0E24F29C-7F42-4558-9D96-950FE9097FC6}" type="datetimeFigureOut">
              <a:rPr lang="it-IT" smtClean="0"/>
              <a:pPr/>
              <a:t>04/04/2025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A1654B8-243F-4059-A6B7-2EA297F85AE2}" type="slidenum">
              <a:rPr lang="it-IT" smtClean="0"/>
              <a:pPr/>
              <a:t>‹#›</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0E24F29C-7F42-4558-9D96-950FE9097FC6}" type="datetimeFigureOut">
              <a:rPr lang="it-IT" smtClean="0"/>
              <a:pPr/>
              <a:t>04/04/2025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A1654B8-243F-4059-A6B7-2EA297F85AE2}" type="slidenum">
              <a:rPr lang="it-IT" smtClean="0"/>
              <a:pPr/>
              <a:t>‹#›</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0E24F29C-7F42-4558-9D96-950FE9097FC6}" type="datetimeFigureOut">
              <a:rPr lang="it-IT" smtClean="0"/>
              <a:pPr/>
              <a:t>04/04/2025</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A1654B8-243F-4059-A6B7-2EA297F85AE2}" type="slidenum">
              <a:rPr lang="it-IT" smtClean="0"/>
              <a:pPr/>
              <a:t>‹#›</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0E24F29C-7F42-4558-9D96-950FE9097FC6}" type="datetimeFigureOut">
              <a:rPr lang="it-IT" smtClean="0"/>
              <a:pPr/>
              <a:t>04/04/2025</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BA1654B8-243F-4059-A6B7-2EA297F85AE2}" type="slidenum">
              <a:rPr lang="it-IT" smtClean="0"/>
              <a:pPr/>
              <a:t>‹#›</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2"/>
          <p:cNvSpPr>
            <a:spLocks noGrp="1"/>
          </p:cNvSpPr>
          <p:nvPr>
            <p:ph type="dt" sz="half" idx="10"/>
          </p:nvPr>
        </p:nvSpPr>
        <p:spPr/>
        <p:txBody>
          <a:bodyPr/>
          <a:lstStyle/>
          <a:p>
            <a:fld id="{0E24F29C-7F42-4558-9D96-950FE9097FC6}" type="datetimeFigureOut">
              <a:rPr lang="it-IT" smtClean="0"/>
              <a:pPr/>
              <a:t>04/04/2025</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BA1654B8-243F-4059-A6B7-2EA297F85AE2}" type="slidenum">
              <a:rPr lang="it-IT" smtClean="0"/>
              <a:pPr/>
              <a:t>‹#›</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0E24F29C-7F42-4558-9D96-950FE9097FC6}" type="datetimeFigureOut">
              <a:rPr lang="it-IT" smtClean="0"/>
              <a:pPr/>
              <a:t>04/04/2025</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BA1654B8-243F-4059-A6B7-2EA297F85AE2}" type="slidenum">
              <a:rPr lang="it-IT" smtClean="0"/>
              <a:pPr/>
              <a:t>‹#›</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0E24F29C-7F42-4558-9D96-950FE9097FC6}" type="datetimeFigureOut">
              <a:rPr lang="it-IT" smtClean="0"/>
              <a:pPr/>
              <a:t>04/04/2025</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A1654B8-243F-4059-A6B7-2EA297F85AE2}" type="slidenum">
              <a:rPr lang="it-IT" smtClean="0"/>
              <a:pPr/>
              <a:t>‹#›</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0E24F29C-7F42-4558-9D96-950FE9097FC6}" type="datetimeFigureOut">
              <a:rPr lang="it-IT" smtClean="0"/>
              <a:pPr/>
              <a:t>04/04/2025</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A1654B8-243F-4059-A6B7-2EA297F85AE2}" type="slidenum">
              <a:rPr lang="it-IT" smtClean="0"/>
              <a:pPr/>
              <a:t>‹#›</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0E24F29C-7F42-4558-9D96-950FE9097FC6}" type="datetimeFigureOut">
              <a:rPr lang="it-IT" smtClean="0"/>
              <a:pPr/>
              <a:t>04/04/2025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A1654B8-243F-4059-A6B7-2EA297F85AE2}" type="slidenum">
              <a:rPr lang="it-IT" smtClean="0"/>
              <a:pPr/>
              <a:t>‹#›</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0E24F29C-7F42-4558-9D96-950FE9097FC6}" type="datetimeFigureOut">
              <a:rPr lang="it-IT" smtClean="0"/>
              <a:pPr/>
              <a:t>04/04/2025</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A1654B8-243F-4059-A6B7-2EA297F85AE2}" type="slidenum">
              <a:rPr lang="it-IT" smtClean="0"/>
              <a:pPr/>
              <a:t>‹#›</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a:t>Fare clic per modificare lo stile del titolo</a:t>
            </a:r>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24F29C-7F42-4558-9D96-950FE9097FC6}" type="datetimeFigureOut">
              <a:rPr lang="it-IT" smtClean="0"/>
              <a:pPr/>
              <a:t>04/04/2025</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1654B8-243F-4059-A6B7-2EA297F85AE2}" type="slidenum">
              <a:rPr lang="it-IT" smtClean="0"/>
              <a:pPr/>
              <a:t>‹#›</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0"/>
            <a:ext cx="9144000" cy="6858000"/>
          </a:xfrm>
        </p:spPr>
        <p:txBody>
          <a:bodyPr>
            <a:normAutofit/>
          </a:bodyPr>
          <a:lstStyle/>
          <a:p>
            <a:r>
              <a:rPr lang="it-IT" sz="9600" dirty="0">
                <a:solidFill>
                  <a:schemeClr val="bg1"/>
                </a:solidFill>
                <a:latin typeface="Impact" pitchFamily="34" charset="0"/>
              </a:rPr>
              <a:t>FIGLIO </a:t>
            </a:r>
            <a:r>
              <a:rPr lang="it-IT" sz="9600" dirty="0" err="1">
                <a:solidFill>
                  <a:schemeClr val="bg1"/>
                </a:solidFill>
                <a:latin typeface="Impact" pitchFamily="34" charset="0"/>
              </a:rPr>
              <a:t>DI</a:t>
            </a:r>
            <a:r>
              <a:rPr lang="it-IT" sz="9600" dirty="0">
                <a:solidFill>
                  <a:schemeClr val="bg1"/>
                </a:solidFill>
                <a:latin typeface="Impact" pitchFamily="34" charset="0"/>
              </a:rPr>
              <a:t> LUCE</a:t>
            </a:r>
            <a:endParaRPr lang="it-IT" sz="9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0"/>
            <a:ext cx="9144000" cy="6858000"/>
          </a:xfrm>
        </p:spPr>
        <p:txBody>
          <a:bodyPr/>
          <a:lstStyle/>
          <a:p>
            <a:r>
              <a:rPr lang="it-IT" dirty="0">
                <a:solidFill>
                  <a:schemeClr val="bg1"/>
                </a:solidFill>
                <a:latin typeface="Impact" pitchFamily="34" charset="0"/>
              </a:rPr>
              <a:t>Se non sai che Dio è luce ascolta e scoprirai</a:t>
            </a:r>
            <a:br>
              <a:rPr lang="it-IT" dirty="0">
                <a:solidFill>
                  <a:schemeClr val="bg1"/>
                </a:solidFill>
                <a:latin typeface="Impact" pitchFamily="34" charset="0"/>
              </a:rPr>
            </a:br>
            <a:br>
              <a:rPr lang="it-IT" dirty="0">
                <a:solidFill>
                  <a:schemeClr val="bg1"/>
                </a:solidFill>
                <a:latin typeface="Impact" pitchFamily="34" charset="0"/>
              </a:rPr>
            </a:br>
            <a:r>
              <a:rPr lang="it-IT" dirty="0">
                <a:solidFill>
                  <a:schemeClr val="bg1"/>
                </a:solidFill>
                <a:latin typeface="Impact" pitchFamily="34" charset="0"/>
              </a:rPr>
              <a:t>Che con Lui il sole risplende la gioia ritroverai.</a:t>
            </a:r>
            <a:br>
              <a:rPr lang="it-IT" dirty="0">
                <a:solidFill>
                  <a:schemeClr val="bg1"/>
                </a:solidFill>
                <a:latin typeface="Impact" pitchFamily="34" charset="0"/>
              </a:rPr>
            </a:br>
            <a:br>
              <a:rPr lang="it-IT" dirty="0">
                <a:solidFill>
                  <a:schemeClr val="bg1"/>
                </a:solidFill>
                <a:latin typeface="Impact" pitchFamily="34" charset="0"/>
              </a:rPr>
            </a:br>
            <a:r>
              <a:rPr lang="it-IT" dirty="0">
                <a:solidFill>
                  <a:schemeClr val="bg1"/>
                </a:solidFill>
                <a:latin typeface="Impact" pitchFamily="34" charset="0"/>
              </a:rPr>
              <a:t>Se ha creato le stelle può dare una vita nuova anche a te.</a:t>
            </a:r>
            <a:endParaRPr lang="it-IT"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0"/>
            <a:ext cx="9144000" cy="6858000"/>
          </a:xfrm>
        </p:spPr>
        <p:txBody>
          <a:bodyPr/>
          <a:lstStyle/>
          <a:p>
            <a:pPr lvl="0" fontAlgn="base">
              <a:spcAft>
                <a:spcPct val="0"/>
              </a:spcAft>
            </a:pPr>
            <a:r>
              <a:rPr lang="it-IT" dirty="0">
                <a:solidFill>
                  <a:schemeClr val="bg1"/>
                </a:solidFill>
                <a:latin typeface="Impact" pitchFamily="34" charset="0"/>
                <a:ea typeface="Times New Roman" pitchFamily="18" charset="0"/>
                <a:cs typeface="Arial" pitchFamily="34" charset="0"/>
              </a:rPr>
              <a:t>A</a:t>
            </a:r>
            <a:r>
              <a:rPr kumimoji="0" lang="it-IT" b="0" i="0" u="none" strike="noStrike" cap="none" normalizeH="0" baseline="0" dirty="0">
                <a:ln>
                  <a:noFill/>
                </a:ln>
                <a:solidFill>
                  <a:schemeClr val="bg1"/>
                </a:solidFill>
                <a:effectLst/>
                <a:latin typeface="Impact" pitchFamily="34" charset="0"/>
                <a:ea typeface="Times New Roman" pitchFamily="18" charset="0"/>
                <a:cs typeface="Arial" pitchFamily="34" charset="0"/>
              </a:rPr>
              <a:t>pri il tuo cuor lascia entrar Gesù, Lui</a:t>
            </a:r>
            <a:br>
              <a:rPr kumimoji="0" lang="it-IT" b="0" i="0" u="none" strike="noStrike" cap="none" normalizeH="0" baseline="0" dirty="0">
                <a:ln>
                  <a:noFill/>
                </a:ln>
                <a:solidFill>
                  <a:schemeClr val="bg1"/>
                </a:solidFill>
                <a:effectLst/>
                <a:latin typeface="Impact" pitchFamily="34" charset="0"/>
                <a:ea typeface="Times New Roman" pitchFamily="18" charset="0"/>
                <a:cs typeface="Arial" pitchFamily="34" charset="0"/>
              </a:rPr>
            </a:br>
            <a:br>
              <a:rPr kumimoji="0" lang="it-IT" b="0" i="0" u="none" strike="noStrike" cap="none" normalizeH="0" baseline="0" dirty="0">
                <a:ln>
                  <a:noFill/>
                </a:ln>
                <a:solidFill>
                  <a:schemeClr val="bg1"/>
                </a:solidFill>
                <a:effectLst/>
                <a:latin typeface="Impact" pitchFamily="34" charset="0"/>
                <a:ea typeface="Times New Roman" pitchFamily="18" charset="0"/>
                <a:cs typeface="Arial" pitchFamily="34" charset="0"/>
              </a:rPr>
            </a:br>
            <a:br>
              <a:rPr kumimoji="0" lang="it-IT" b="0" i="0" u="none" strike="noStrike" cap="none" normalizeH="0" baseline="0" dirty="0">
                <a:ln>
                  <a:noFill/>
                </a:ln>
                <a:solidFill>
                  <a:schemeClr val="bg1"/>
                </a:solidFill>
                <a:effectLst/>
                <a:latin typeface="Impact" pitchFamily="34" charset="0"/>
                <a:ea typeface="Times New Roman" pitchFamily="18" charset="0"/>
                <a:cs typeface="Arial" pitchFamily="34" charset="0"/>
              </a:rPr>
            </a:br>
            <a:r>
              <a:rPr kumimoji="0" lang="it-IT" b="0" i="0" u="none" strike="noStrike" cap="none" normalizeH="0" baseline="0" dirty="0">
                <a:ln>
                  <a:noFill/>
                </a:ln>
                <a:solidFill>
                  <a:schemeClr val="bg1"/>
                </a:solidFill>
                <a:effectLst/>
                <a:latin typeface="Impact" pitchFamily="34" charset="0"/>
                <a:ea typeface="Times New Roman" pitchFamily="18" charset="0"/>
                <a:cs typeface="Arial" pitchFamily="34" charset="0"/>
              </a:rPr>
              <a:t> ti guiderà oltre ogni dolore</a:t>
            </a:r>
            <a:br>
              <a:rPr kumimoji="0" lang="it-IT" b="0" i="0" u="none" strike="noStrike" cap="none" normalizeH="0" baseline="0" dirty="0">
                <a:ln>
                  <a:noFill/>
                </a:ln>
                <a:solidFill>
                  <a:schemeClr val="bg1"/>
                </a:solidFill>
                <a:effectLst/>
                <a:latin typeface="Impact" pitchFamily="34" charset="0"/>
                <a:cs typeface="Arial" pitchFamily="34" charset="0"/>
              </a:rPr>
            </a:br>
            <a:br>
              <a:rPr lang="it-IT" b="1" dirty="0">
                <a:solidFill>
                  <a:schemeClr val="bg1"/>
                </a:solidFill>
                <a:latin typeface="Impact" pitchFamily="34" charset="0"/>
                <a:ea typeface="Times New Roman" pitchFamily="18" charset="0"/>
                <a:cs typeface="Arial" pitchFamily="34" charset="0"/>
              </a:rPr>
            </a:br>
            <a:br>
              <a:rPr lang="it-IT" b="1" dirty="0">
                <a:solidFill>
                  <a:schemeClr val="bg1"/>
                </a:solidFill>
                <a:latin typeface="Impact" pitchFamily="34" charset="0"/>
                <a:ea typeface="Times New Roman" pitchFamily="18" charset="0"/>
                <a:cs typeface="Arial" pitchFamily="34" charset="0"/>
              </a:rPr>
            </a:br>
            <a:r>
              <a:rPr kumimoji="0" lang="it-IT" b="0" i="0" u="none" strike="noStrike" cap="none" normalizeH="0" baseline="0" dirty="0">
                <a:ln>
                  <a:noFill/>
                </a:ln>
                <a:solidFill>
                  <a:schemeClr val="bg1"/>
                </a:solidFill>
                <a:effectLst/>
                <a:latin typeface="Impact" pitchFamily="34" charset="0"/>
                <a:ea typeface="Times New Roman" pitchFamily="18" charset="0"/>
                <a:cs typeface="Arial" pitchFamily="34" charset="0"/>
              </a:rPr>
              <a:t>Il Suo amor ti riscalderà, credi e vedrai.</a:t>
            </a:r>
            <a:endParaRPr lang="it-IT"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0"/>
            <a:ext cx="9144000" cy="6858000"/>
          </a:xfrm>
        </p:spPr>
        <p:txBody>
          <a:bodyPr/>
          <a:lstStyle/>
          <a:p>
            <a:r>
              <a:rPr lang="it-IT" dirty="0">
                <a:solidFill>
                  <a:schemeClr val="bg1"/>
                </a:solidFill>
                <a:latin typeface="Impact" pitchFamily="34" charset="0"/>
              </a:rPr>
              <a:t>Non dovrai nascondere niente, Gesù </a:t>
            </a:r>
            <a:br>
              <a:rPr lang="it-IT" dirty="0">
                <a:solidFill>
                  <a:schemeClr val="bg1"/>
                </a:solidFill>
                <a:latin typeface="Impact" pitchFamily="34" charset="0"/>
              </a:rPr>
            </a:br>
            <a:r>
              <a:rPr lang="it-IT" dirty="0">
                <a:solidFill>
                  <a:schemeClr val="bg1"/>
                </a:solidFill>
                <a:latin typeface="Impact" pitchFamily="34" charset="0"/>
              </a:rPr>
              <a:t>ti conosce già</a:t>
            </a:r>
            <a:br>
              <a:rPr lang="it-IT" dirty="0">
                <a:solidFill>
                  <a:schemeClr val="bg1"/>
                </a:solidFill>
                <a:latin typeface="Impact" pitchFamily="34" charset="0"/>
              </a:rPr>
            </a:br>
            <a:r>
              <a:rPr lang="it-IT" dirty="0">
                <a:solidFill>
                  <a:schemeClr val="bg1"/>
                </a:solidFill>
                <a:latin typeface="Impact" pitchFamily="34" charset="0"/>
              </a:rPr>
              <a:t> </a:t>
            </a:r>
            <a:br>
              <a:rPr lang="it-IT" dirty="0">
                <a:solidFill>
                  <a:schemeClr val="bg1"/>
                </a:solidFill>
                <a:latin typeface="Impact" pitchFamily="34" charset="0"/>
              </a:rPr>
            </a:br>
            <a:r>
              <a:rPr lang="it-IT" dirty="0">
                <a:solidFill>
                  <a:schemeClr val="bg1"/>
                </a:solidFill>
                <a:latin typeface="Impact" pitchFamily="34" charset="0"/>
              </a:rPr>
              <a:t>Le Sue braccia son sempre aperte vieni così come sei.</a:t>
            </a:r>
            <a:br>
              <a:rPr lang="it-IT" dirty="0">
                <a:solidFill>
                  <a:schemeClr val="bg1"/>
                </a:solidFill>
                <a:latin typeface="Impact" pitchFamily="34" charset="0"/>
              </a:rPr>
            </a:br>
            <a:r>
              <a:rPr lang="it-IT" dirty="0">
                <a:solidFill>
                  <a:schemeClr val="bg1"/>
                </a:solidFill>
                <a:latin typeface="Impact" pitchFamily="34" charset="0"/>
              </a:rPr>
              <a:t> </a:t>
            </a:r>
            <a:br>
              <a:rPr lang="it-IT" dirty="0">
                <a:solidFill>
                  <a:schemeClr val="bg1"/>
                </a:solidFill>
                <a:latin typeface="Impact" pitchFamily="34" charset="0"/>
              </a:rPr>
            </a:br>
            <a:r>
              <a:rPr lang="it-IT" dirty="0">
                <a:solidFill>
                  <a:schemeClr val="bg1"/>
                </a:solidFill>
                <a:latin typeface="Impact" pitchFamily="34" charset="0"/>
              </a:rPr>
              <a:t>Cammina verso la luce, lascia che brilli per sempre in te.</a:t>
            </a:r>
            <a:endParaRPr lang="it-IT"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0"/>
            <a:ext cx="9144000" cy="6858000"/>
          </a:xfrm>
        </p:spPr>
        <p:txBody>
          <a:bodyPr/>
          <a:lstStyle/>
          <a:p>
            <a:pPr lvl="0" fontAlgn="base">
              <a:spcAft>
                <a:spcPct val="0"/>
              </a:spcAft>
            </a:pPr>
            <a:r>
              <a:rPr lang="it-IT" dirty="0">
                <a:solidFill>
                  <a:schemeClr val="bg1"/>
                </a:solidFill>
                <a:latin typeface="Impact" pitchFamily="34" charset="0"/>
                <a:ea typeface="Times New Roman" pitchFamily="18" charset="0"/>
                <a:cs typeface="Arial" pitchFamily="34" charset="0"/>
              </a:rPr>
              <a:t>A</a:t>
            </a:r>
            <a:r>
              <a:rPr kumimoji="0" lang="it-IT" b="0" i="0" u="none" strike="noStrike" cap="none" normalizeH="0" baseline="0" dirty="0">
                <a:ln>
                  <a:noFill/>
                </a:ln>
                <a:solidFill>
                  <a:schemeClr val="bg1"/>
                </a:solidFill>
                <a:effectLst/>
                <a:latin typeface="Impact" pitchFamily="34" charset="0"/>
                <a:ea typeface="Times New Roman" pitchFamily="18" charset="0"/>
                <a:cs typeface="Arial" pitchFamily="34" charset="0"/>
              </a:rPr>
              <a:t>pri il tuo cuor lascia entrar Gesù, Lui</a:t>
            </a:r>
            <a:br>
              <a:rPr kumimoji="0" lang="it-IT" b="0" i="0" u="none" strike="noStrike" cap="none" normalizeH="0" baseline="0" dirty="0">
                <a:ln>
                  <a:noFill/>
                </a:ln>
                <a:solidFill>
                  <a:schemeClr val="bg1"/>
                </a:solidFill>
                <a:effectLst/>
                <a:latin typeface="Impact" pitchFamily="34" charset="0"/>
                <a:ea typeface="Times New Roman" pitchFamily="18" charset="0"/>
                <a:cs typeface="Arial" pitchFamily="34" charset="0"/>
              </a:rPr>
            </a:br>
            <a:br>
              <a:rPr kumimoji="0" lang="it-IT" b="0" i="0" u="none" strike="noStrike" cap="none" normalizeH="0" baseline="0" dirty="0">
                <a:ln>
                  <a:noFill/>
                </a:ln>
                <a:solidFill>
                  <a:schemeClr val="bg1"/>
                </a:solidFill>
                <a:effectLst/>
                <a:latin typeface="Impact" pitchFamily="34" charset="0"/>
                <a:ea typeface="Times New Roman" pitchFamily="18" charset="0"/>
                <a:cs typeface="Arial" pitchFamily="34" charset="0"/>
              </a:rPr>
            </a:br>
            <a:br>
              <a:rPr kumimoji="0" lang="it-IT" b="0" i="0" u="none" strike="noStrike" cap="none" normalizeH="0" baseline="0" dirty="0">
                <a:ln>
                  <a:noFill/>
                </a:ln>
                <a:solidFill>
                  <a:schemeClr val="bg1"/>
                </a:solidFill>
                <a:effectLst/>
                <a:latin typeface="Impact" pitchFamily="34" charset="0"/>
                <a:ea typeface="Times New Roman" pitchFamily="18" charset="0"/>
                <a:cs typeface="Arial" pitchFamily="34" charset="0"/>
              </a:rPr>
            </a:br>
            <a:r>
              <a:rPr kumimoji="0" lang="it-IT" b="0" i="0" u="none" strike="noStrike" cap="none" normalizeH="0" baseline="0" dirty="0">
                <a:ln>
                  <a:noFill/>
                </a:ln>
                <a:solidFill>
                  <a:schemeClr val="bg1"/>
                </a:solidFill>
                <a:effectLst/>
                <a:latin typeface="Impact" pitchFamily="34" charset="0"/>
                <a:ea typeface="Times New Roman" pitchFamily="18" charset="0"/>
                <a:cs typeface="Arial" pitchFamily="34" charset="0"/>
              </a:rPr>
              <a:t> ti guiderà oltre ogni dolore</a:t>
            </a:r>
            <a:br>
              <a:rPr kumimoji="0" lang="it-IT" b="0" i="0" u="none" strike="noStrike" cap="none" normalizeH="0" baseline="0" dirty="0">
                <a:ln>
                  <a:noFill/>
                </a:ln>
                <a:solidFill>
                  <a:schemeClr val="bg1"/>
                </a:solidFill>
                <a:effectLst/>
                <a:latin typeface="Impact" pitchFamily="34" charset="0"/>
                <a:cs typeface="Arial" pitchFamily="34" charset="0"/>
              </a:rPr>
            </a:br>
            <a:br>
              <a:rPr lang="it-IT" b="1" dirty="0">
                <a:solidFill>
                  <a:schemeClr val="bg1"/>
                </a:solidFill>
                <a:latin typeface="Impact" pitchFamily="34" charset="0"/>
                <a:ea typeface="Times New Roman" pitchFamily="18" charset="0"/>
                <a:cs typeface="Arial" pitchFamily="34" charset="0"/>
              </a:rPr>
            </a:br>
            <a:br>
              <a:rPr lang="it-IT" b="1" dirty="0">
                <a:solidFill>
                  <a:schemeClr val="bg1"/>
                </a:solidFill>
                <a:latin typeface="Impact" pitchFamily="34" charset="0"/>
                <a:ea typeface="Times New Roman" pitchFamily="18" charset="0"/>
                <a:cs typeface="Arial" pitchFamily="34" charset="0"/>
              </a:rPr>
            </a:br>
            <a:r>
              <a:rPr kumimoji="0" lang="it-IT" b="0" i="0" u="none" strike="noStrike" cap="none" normalizeH="0" baseline="0" dirty="0">
                <a:ln>
                  <a:noFill/>
                </a:ln>
                <a:solidFill>
                  <a:schemeClr val="bg1"/>
                </a:solidFill>
                <a:effectLst/>
                <a:latin typeface="Impact" pitchFamily="34" charset="0"/>
                <a:ea typeface="Times New Roman" pitchFamily="18" charset="0"/>
                <a:cs typeface="Arial" pitchFamily="34" charset="0"/>
              </a:rPr>
              <a:t>Il Suo amor ti riscalderà, credi e vedrai.</a:t>
            </a:r>
            <a:endParaRPr lang="it-IT"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0"/>
            <a:ext cx="9144000" cy="6858000"/>
          </a:xfrm>
        </p:spPr>
        <p:txBody>
          <a:bodyPr>
            <a:normAutofit/>
          </a:bodyPr>
          <a:lstStyle/>
          <a:p>
            <a:r>
              <a:rPr lang="it-IT" dirty="0">
                <a:solidFill>
                  <a:schemeClr val="bg1"/>
                </a:solidFill>
                <a:latin typeface="Impact" pitchFamily="34" charset="0"/>
              </a:rPr>
              <a:t>E tu sarai: figlio di Dio (ascoltalo) </a:t>
            </a:r>
            <a:br>
              <a:rPr lang="it-IT" dirty="0">
                <a:solidFill>
                  <a:schemeClr val="bg1"/>
                </a:solidFill>
                <a:latin typeface="Impact" pitchFamily="34" charset="0"/>
              </a:rPr>
            </a:br>
            <a:br>
              <a:rPr lang="it-IT" sz="1100" dirty="0">
                <a:solidFill>
                  <a:schemeClr val="bg1"/>
                </a:solidFill>
                <a:latin typeface="Impact" pitchFamily="34" charset="0"/>
              </a:rPr>
            </a:br>
            <a:r>
              <a:rPr lang="it-IT" dirty="0">
                <a:solidFill>
                  <a:schemeClr val="bg1"/>
                </a:solidFill>
                <a:latin typeface="Impact" pitchFamily="34" charset="0"/>
              </a:rPr>
              <a:t>credi in Lui (accettalo)</a:t>
            </a:r>
            <a:r>
              <a:rPr lang="it-IT" b="1" dirty="0">
                <a:solidFill>
                  <a:schemeClr val="bg1"/>
                </a:solidFill>
                <a:latin typeface="Impact" pitchFamily="34" charset="0"/>
              </a:rPr>
              <a:t> </a:t>
            </a:r>
            <a:br>
              <a:rPr lang="it-IT" dirty="0">
                <a:solidFill>
                  <a:schemeClr val="bg1"/>
                </a:solidFill>
                <a:latin typeface="Impact" pitchFamily="34" charset="0"/>
              </a:rPr>
            </a:br>
            <a:br>
              <a:rPr lang="it-IT" sz="1100" dirty="0">
                <a:solidFill>
                  <a:schemeClr val="bg1"/>
                </a:solidFill>
                <a:latin typeface="Impact" pitchFamily="34" charset="0"/>
              </a:rPr>
            </a:br>
            <a:r>
              <a:rPr lang="it-IT" dirty="0">
                <a:solidFill>
                  <a:schemeClr val="bg1"/>
                </a:solidFill>
                <a:latin typeface="Impact" pitchFamily="34" charset="0"/>
              </a:rPr>
              <a:t>Digli di si (diventerai)</a:t>
            </a:r>
            <a:br>
              <a:rPr lang="it-IT" dirty="0">
                <a:solidFill>
                  <a:schemeClr val="bg1"/>
                </a:solidFill>
                <a:latin typeface="Impact" pitchFamily="34" charset="0"/>
              </a:rPr>
            </a:br>
            <a:br>
              <a:rPr lang="it-IT" sz="1100" dirty="0">
                <a:solidFill>
                  <a:schemeClr val="bg1"/>
                </a:solidFill>
                <a:latin typeface="Impact" pitchFamily="34" charset="0"/>
              </a:rPr>
            </a:br>
            <a:r>
              <a:rPr lang="it-IT" dirty="0">
                <a:solidFill>
                  <a:schemeClr val="bg1"/>
                </a:solidFill>
                <a:latin typeface="Impact" pitchFamily="34" charset="0"/>
              </a:rPr>
              <a:t>figlio di luce.</a:t>
            </a:r>
            <a:br>
              <a:rPr lang="it-IT" dirty="0">
                <a:solidFill>
                  <a:schemeClr val="bg1"/>
                </a:solidFill>
                <a:latin typeface="Impact" pitchFamily="34" charset="0"/>
              </a:rPr>
            </a:br>
            <a:br>
              <a:rPr lang="it-IT" sz="1100" dirty="0">
                <a:solidFill>
                  <a:schemeClr val="bg1"/>
                </a:solidFill>
                <a:latin typeface="Impact" pitchFamily="34" charset="0"/>
              </a:rPr>
            </a:br>
            <a:r>
              <a:rPr lang="it-IT" dirty="0">
                <a:solidFill>
                  <a:schemeClr val="bg1"/>
                </a:solidFill>
                <a:latin typeface="Impact" pitchFamily="34" charset="0"/>
              </a:rPr>
              <a:t>Vita in te (sarà Gesù)</a:t>
            </a:r>
            <a:br>
              <a:rPr lang="it-IT" dirty="0">
                <a:solidFill>
                  <a:schemeClr val="bg1"/>
                </a:solidFill>
                <a:latin typeface="Impact" pitchFamily="34" charset="0"/>
              </a:rPr>
            </a:br>
            <a:br>
              <a:rPr lang="it-IT" sz="1100" dirty="0">
                <a:solidFill>
                  <a:schemeClr val="bg1"/>
                </a:solidFill>
                <a:latin typeface="Impact" pitchFamily="34" charset="0"/>
              </a:rPr>
            </a:br>
            <a:r>
              <a:rPr lang="it-IT" dirty="0">
                <a:solidFill>
                  <a:schemeClr val="bg1"/>
                </a:solidFill>
                <a:latin typeface="Impact" pitchFamily="34" charset="0"/>
              </a:rPr>
              <a:t>dagli il tuo cuore (e </a:t>
            </a:r>
            <a:r>
              <a:rPr lang="it-IT" dirty="0" err="1">
                <a:solidFill>
                  <a:schemeClr val="bg1"/>
                </a:solidFill>
                <a:latin typeface="Impact" pitchFamily="34" charset="0"/>
              </a:rPr>
              <a:t>seguilo</a:t>
            </a:r>
            <a:r>
              <a:rPr lang="it-IT" dirty="0">
                <a:solidFill>
                  <a:schemeClr val="bg1"/>
                </a:solidFill>
                <a:latin typeface="Impact" pitchFamily="34" charset="0"/>
              </a:rPr>
              <a:t>)</a:t>
            </a:r>
            <a:br>
              <a:rPr lang="it-IT" dirty="0">
                <a:solidFill>
                  <a:schemeClr val="bg1"/>
                </a:solidFill>
                <a:latin typeface="Impact" pitchFamily="34" charset="0"/>
              </a:rPr>
            </a:br>
            <a:br>
              <a:rPr lang="it-IT" sz="1100" dirty="0">
                <a:solidFill>
                  <a:schemeClr val="bg1"/>
                </a:solidFill>
                <a:latin typeface="Impact" pitchFamily="34" charset="0"/>
              </a:rPr>
            </a:br>
            <a:r>
              <a:rPr lang="it-IT" dirty="0">
                <a:solidFill>
                  <a:schemeClr val="bg1"/>
                </a:solidFill>
                <a:latin typeface="Impact" pitchFamily="34" charset="0"/>
              </a:rPr>
              <a:t>Digli di si (diventerai)</a:t>
            </a:r>
            <a:br>
              <a:rPr lang="it-IT" dirty="0">
                <a:solidFill>
                  <a:schemeClr val="bg1"/>
                </a:solidFill>
                <a:latin typeface="Impact" pitchFamily="34" charset="0"/>
              </a:rPr>
            </a:br>
            <a:br>
              <a:rPr lang="it-IT" sz="1000" dirty="0">
                <a:solidFill>
                  <a:schemeClr val="bg1"/>
                </a:solidFill>
                <a:latin typeface="Impact" pitchFamily="34" charset="0"/>
              </a:rPr>
            </a:br>
            <a:r>
              <a:rPr lang="it-IT" dirty="0">
                <a:solidFill>
                  <a:schemeClr val="bg1"/>
                </a:solidFill>
                <a:latin typeface="Impact" pitchFamily="34" charset="0"/>
              </a:rPr>
              <a:t>figlio di luce</a:t>
            </a:r>
            <a:endParaRPr lang="it-IT"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0" y="0"/>
            <a:ext cx="9144000" cy="6858000"/>
          </a:xfrm>
        </p:spPr>
        <p:txBody>
          <a:bodyPr/>
          <a:lstStyle/>
          <a:p>
            <a:r>
              <a:rPr lang="it-IT" dirty="0">
                <a:solidFill>
                  <a:schemeClr val="bg1"/>
                </a:solidFill>
                <a:latin typeface="Impact" pitchFamily="34" charset="0"/>
              </a:rPr>
              <a:t>//Apri il tuo cuor lascia entrar Gesù, </a:t>
            </a:r>
            <a:br>
              <a:rPr lang="it-IT" dirty="0">
                <a:solidFill>
                  <a:schemeClr val="bg1"/>
                </a:solidFill>
                <a:latin typeface="Impact" pitchFamily="34" charset="0"/>
              </a:rPr>
            </a:br>
            <a:br>
              <a:rPr lang="it-IT" sz="2400" dirty="0">
                <a:solidFill>
                  <a:schemeClr val="bg1"/>
                </a:solidFill>
                <a:latin typeface="Impact" pitchFamily="34" charset="0"/>
              </a:rPr>
            </a:br>
            <a:r>
              <a:rPr lang="it-IT" dirty="0">
                <a:solidFill>
                  <a:schemeClr val="bg1"/>
                </a:solidFill>
                <a:latin typeface="Impact" pitchFamily="34" charset="0"/>
              </a:rPr>
              <a:t>Lui ti guiderà oltre ogni dolore</a:t>
            </a:r>
            <a:br>
              <a:rPr lang="it-IT" dirty="0">
                <a:solidFill>
                  <a:schemeClr val="bg1"/>
                </a:solidFill>
                <a:latin typeface="Impact" pitchFamily="34" charset="0"/>
              </a:rPr>
            </a:br>
            <a:br>
              <a:rPr lang="it-IT" sz="2400" dirty="0">
                <a:solidFill>
                  <a:schemeClr val="bg1"/>
                </a:solidFill>
                <a:latin typeface="Impact" pitchFamily="34" charset="0"/>
              </a:rPr>
            </a:br>
            <a:r>
              <a:rPr lang="it-IT" dirty="0">
                <a:solidFill>
                  <a:schemeClr val="bg1"/>
                </a:solidFill>
                <a:latin typeface="Impact" pitchFamily="34" charset="0"/>
              </a:rPr>
              <a:t>Il Suo amor ti riscalderà, credi e </a:t>
            </a:r>
            <a:br>
              <a:rPr lang="it-IT" dirty="0">
                <a:solidFill>
                  <a:schemeClr val="bg1"/>
                </a:solidFill>
                <a:latin typeface="Impact" pitchFamily="34" charset="0"/>
              </a:rPr>
            </a:br>
            <a:br>
              <a:rPr lang="it-IT" sz="2400" dirty="0">
                <a:solidFill>
                  <a:schemeClr val="bg1"/>
                </a:solidFill>
                <a:latin typeface="Impact" pitchFamily="34" charset="0"/>
              </a:rPr>
            </a:br>
            <a:r>
              <a:rPr lang="it-IT" dirty="0">
                <a:solidFill>
                  <a:schemeClr val="bg1"/>
                </a:solidFill>
                <a:latin typeface="Impact" pitchFamily="34" charset="0"/>
              </a:rPr>
              <a:t>Vedrai //</a:t>
            </a:r>
            <a:br>
              <a:rPr lang="it-IT" dirty="0">
                <a:solidFill>
                  <a:schemeClr val="bg1"/>
                </a:solidFill>
                <a:latin typeface="Impact" pitchFamily="34" charset="0"/>
              </a:rPr>
            </a:br>
            <a:br>
              <a:rPr lang="it-IT" sz="2400" dirty="0">
                <a:solidFill>
                  <a:schemeClr val="bg1"/>
                </a:solidFill>
                <a:latin typeface="Impact" pitchFamily="34" charset="0"/>
              </a:rPr>
            </a:br>
            <a:r>
              <a:rPr lang="it-IT" dirty="0">
                <a:solidFill>
                  <a:schemeClr val="bg1"/>
                </a:solidFill>
                <a:latin typeface="Impact" pitchFamily="34" charset="0"/>
              </a:rPr>
              <a:t>Il suo amor</a:t>
            </a:r>
            <a:endParaRPr lang="it-IT" sz="2400" dirty="0"/>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243</Words>
  <Application>Microsoft Office PowerPoint</Application>
  <PresentationFormat>On-screen Show (4:3)</PresentationFormat>
  <Paragraphs>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Impact</vt:lpstr>
      <vt:lpstr>Tema di Office</vt:lpstr>
      <vt:lpstr>FIGLIO DI LUCE</vt:lpstr>
      <vt:lpstr>Se non sai che Dio è luce ascolta e scoprirai  Che con Lui il sole risplende la gioia ritroverai.  Se ha creato le stelle può dare una vita nuova anche a te.</vt:lpstr>
      <vt:lpstr>Apri il tuo cuor lascia entrar Gesù, Lui    ti guiderà oltre ogni dolore   Il Suo amor ti riscalderà, credi e vedrai.</vt:lpstr>
      <vt:lpstr>Non dovrai nascondere niente, Gesù  ti conosce già   Le Sue braccia son sempre aperte vieni così come sei.   Cammina verso la luce, lascia che brilli per sempre in te.</vt:lpstr>
      <vt:lpstr>Apri il tuo cuor lascia entrar Gesù, Lui    ti guiderà oltre ogni dolore   Il Suo amor ti riscalderà, credi e vedrai.</vt:lpstr>
      <vt:lpstr>E tu sarai: figlio di Dio (ascoltalo)   credi in Lui (accettalo)   Digli di si (diventerai)  figlio di luce.  Vita in te (sarà Gesù)  dagli il tuo cuore (e seguilo)  Digli di si (diventerai)  figlio di luce</vt:lpstr>
      <vt:lpstr>//Apri il tuo cuor lascia entrar Gesù,   Lui ti guiderà oltre ogni dolore  Il Suo amor ti riscalderà, credi e   Vedrai //  Il suo amor</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Bremer Angulo</dc:creator>
  <cp:lastModifiedBy>Chiesa Olgiate</cp:lastModifiedBy>
  <cp:revision>9</cp:revision>
  <dcterms:created xsi:type="dcterms:W3CDTF">2009-10-10T06:47:44Z</dcterms:created>
  <dcterms:modified xsi:type="dcterms:W3CDTF">2025-04-04T18:17:01Z</dcterms:modified>
</cp:coreProperties>
</file>