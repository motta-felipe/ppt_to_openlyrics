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3" r:id="rId5"/>
    <p:sldId id="260" r:id="rId6"/>
    <p:sldId id="264" r:id="rId7"/>
    <p:sldId id="262" r:id="rId8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50" d="100"/>
          <a:sy n="50" d="100"/>
        </p:scale>
        <p:origin x="-806" y="-1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 smtClean="0"/>
              <a:t>Fare clic per modificare lo stile del sottotitolo dello schema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366D8-E831-435D-8387-5D4DB3ED1F6C}" type="datetimeFigureOut">
              <a:rPr lang="it-IT" smtClean="0"/>
              <a:t>14/06/2014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A993A-7BF8-48D8-BB21-85F24FCF4C9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788304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366D8-E831-435D-8387-5D4DB3ED1F6C}" type="datetimeFigureOut">
              <a:rPr lang="it-IT" smtClean="0"/>
              <a:t>14/06/2014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A993A-7BF8-48D8-BB21-85F24FCF4C9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312251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366D8-E831-435D-8387-5D4DB3ED1F6C}" type="datetimeFigureOut">
              <a:rPr lang="it-IT" smtClean="0"/>
              <a:t>14/06/2014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A993A-7BF8-48D8-BB21-85F24FCF4C9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456577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366D8-E831-435D-8387-5D4DB3ED1F6C}" type="datetimeFigureOut">
              <a:rPr lang="it-IT" smtClean="0"/>
              <a:t>14/06/2014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A993A-7BF8-48D8-BB21-85F24FCF4C9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635336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366D8-E831-435D-8387-5D4DB3ED1F6C}" type="datetimeFigureOut">
              <a:rPr lang="it-IT" smtClean="0"/>
              <a:t>14/06/2014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A993A-7BF8-48D8-BB21-85F24FCF4C9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499055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366D8-E831-435D-8387-5D4DB3ED1F6C}" type="datetimeFigureOut">
              <a:rPr lang="it-IT" smtClean="0"/>
              <a:t>14/06/2014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A993A-7BF8-48D8-BB21-85F24FCF4C9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315667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366D8-E831-435D-8387-5D4DB3ED1F6C}" type="datetimeFigureOut">
              <a:rPr lang="it-IT" smtClean="0"/>
              <a:t>14/06/2014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A993A-7BF8-48D8-BB21-85F24FCF4C9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83303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366D8-E831-435D-8387-5D4DB3ED1F6C}" type="datetimeFigureOut">
              <a:rPr lang="it-IT" smtClean="0"/>
              <a:t>14/06/2014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A993A-7BF8-48D8-BB21-85F24FCF4C9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834450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366D8-E831-435D-8387-5D4DB3ED1F6C}" type="datetimeFigureOut">
              <a:rPr lang="it-IT" smtClean="0"/>
              <a:t>14/06/2014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A993A-7BF8-48D8-BB21-85F24FCF4C9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769387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366D8-E831-435D-8387-5D4DB3ED1F6C}" type="datetimeFigureOut">
              <a:rPr lang="it-IT" smtClean="0"/>
              <a:t>14/06/2014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A993A-7BF8-48D8-BB21-85F24FCF4C9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755121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366D8-E831-435D-8387-5D4DB3ED1F6C}" type="datetimeFigureOut">
              <a:rPr lang="it-IT" smtClean="0"/>
              <a:t>14/06/2014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A993A-7BF8-48D8-BB21-85F24FCF4C9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922747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E366D8-E831-435D-8387-5D4DB3ED1F6C}" type="datetimeFigureOut">
              <a:rPr lang="it-IT" smtClean="0"/>
              <a:t>14/06/2014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0A993A-7BF8-48D8-BB21-85F24FCF4C9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873717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40000"/>
                <a:lumOff val="60000"/>
              </a:schemeClr>
            </a:gs>
            <a:gs pos="33000">
              <a:schemeClr val="accent6">
                <a:lumMod val="60000"/>
                <a:lumOff val="40000"/>
              </a:schemeClr>
            </a:gs>
            <a:gs pos="70000">
              <a:schemeClr val="accent6">
                <a:lumMod val="75000"/>
              </a:schemeClr>
            </a:gs>
            <a:gs pos="100000">
              <a:schemeClr val="accent6">
                <a:lumMod val="5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/>
          <p:cNvSpPr>
            <a:spLocks noGrp="1"/>
          </p:cNvSpPr>
          <p:nvPr>
            <p:ph type="ctrTitle"/>
          </p:nvPr>
        </p:nvSpPr>
        <p:spPr>
          <a:xfrm>
            <a:off x="1355501" y="5050971"/>
            <a:ext cx="9432241" cy="1267636"/>
          </a:xfrm>
        </p:spPr>
        <p:txBody>
          <a:bodyPr>
            <a:normAutofit fontScale="90000"/>
          </a:bodyPr>
          <a:lstStyle/>
          <a:p>
            <a:r>
              <a:rPr lang="it-IT" dirty="0" smtClean="0"/>
              <a:t/>
            </a:r>
            <a:br>
              <a:rPr lang="it-IT" dirty="0" smtClean="0"/>
            </a:br>
            <a:r>
              <a:rPr lang="it-IT" sz="9800" b="1" dirty="0" smtClean="0">
                <a:latin typeface="AR DELANEY" panose="02000000000000000000" pitchFamily="2" charset="0"/>
                <a:cs typeface="AngsanaUPC" panose="02020603050405020304" pitchFamily="18" charset="-34"/>
              </a:rPr>
              <a:t>Canto di vittoria</a:t>
            </a:r>
            <a:endParaRPr lang="it-IT" sz="9800" b="1" dirty="0">
              <a:latin typeface="AR DELANEY" panose="02000000000000000000" pitchFamily="2" charset="0"/>
              <a:cs typeface="AngsanaUPC" panose="02020603050405020304" pitchFamily="18" charset="-34"/>
            </a:endParaRPr>
          </a:p>
        </p:txBody>
      </p:sp>
      <p:pic>
        <p:nvPicPr>
          <p:cNvPr id="1026" name="Picture 2" descr="http://aisa.altervista.org/images/pth_logo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1515" y="478972"/>
            <a:ext cx="2178114" cy="20648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http://web.tiscalinet.it/PastoraleGiovanile/GraficaLogoScouts.gi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8291" y="1688395"/>
            <a:ext cx="6664562" cy="2936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3496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40000"/>
                <a:lumOff val="60000"/>
              </a:schemeClr>
            </a:gs>
            <a:gs pos="33000">
              <a:schemeClr val="accent6">
                <a:lumMod val="60000"/>
                <a:lumOff val="40000"/>
              </a:schemeClr>
            </a:gs>
            <a:gs pos="70000">
              <a:schemeClr val="accent6">
                <a:lumMod val="75000"/>
              </a:schemeClr>
            </a:gs>
            <a:gs pos="100000">
              <a:schemeClr val="accent6">
                <a:lumMod val="5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olo 5"/>
          <p:cNvSpPr>
            <a:spLocks noGrp="1"/>
          </p:cNvSpPr>
          <p:nvPr>
            <p:ph type="title"/>
          </p:nvPr>
        </p:nvSpPr>
        <p:spPr>
          <a:xfrm>
            <a:off x="5213446" y="1"/>
            <a:ext cx="6978554" cy="6858000"/>
          </a:xfrm>
        </p:spPr>
        <p:txBody>
          <a:bodyPr>
            <a:noAutofit/>
          </a:bodyPr>
          <a:lstStyle/>
          <a:p>
            <a:pPr marL="0" indent="0" algn="ctr"/>
            <a:r>
              <a:rPr lang="it-IT" sz="7200" dirty="0" smtClean="0">
                <a:latin typeface="Gungsuh" panose="02030600000101010101" pitchFamily="18" charset="-127"/>
                <a:ea typeface="Gungsuh" panose="02030600000101010101" pitchFamily="18" charset="-127"/>
              </a:rPr>
              <a:t>Con Gesù </a:t>
            </a:r>
            <a:r>
              <a:rPr lang="it-IT" sz="7200" dirty="0" err="1" smtClean="0">
                <a:latin typeface="Gungsuh" panose="02030600000101010101" pitchFamily="18" charset="-127"/>
                <a:ea typeface="Gungsuh" panose="02030600000101010101" pitchFamily="18" charset="-127"/>
              </a:rPr>
              <a:t>farem</a:t>
            </a:r>
            <a:r>
              <a:rPr lang="it-IT" sz="7200" dirty="0" smtClean="0">
                <a:latin typeface="Gungsuh" panose="02030600000101010101" pitchFamily="18" charset="-127"/>
                <a:ea typeface="Gungsuh" panose="02030600000101010101" pitchFamily="18" charset="-127"/>
              </a:rPr>
              <a:t> delle</a:t>
            </a:r>
            <a:br>
              <a:rPr lang="it-IT" sz="7200" dirty="0" smtClean="0">
                <a:latin typeface="Gungsuh" panose="02030600000101010101" pitchFamily="18" charset="-127"/>
                <a:ea typeface="Gungsuh" panose="02030600000101010101" pitchFamily="18" charset="-127"/>
              </a:rPr>
            </a:br>
            <a:r>
              <a:rPr lang="it-IT" sz="7200" dirty="0" smtClean="0">
                <a:latin typeface="Gungsuh" panose="02030600000101010101" pitchFamily="18" charset="-127"/>
                <a:ea typeface="Gungsuh" panose="02030600000101010101" pitchFamily="18" charset="-127"/>
              </a:rPr>
              <a:t> prodezze, con Gesù noi vinceremo il male.</a:t>
            </a:r>
            <a:endParaRPr lang="it-IT" sz="7200" dirty="0">
              <a:latin typeface="Gungsuh" panose="02030600000101010101" pitchFamily="18" charset="-127"/>
              <a:ea typeface="Gungsuh" panose="02030600000101010101" pitchFamily="18" charset="-127"/>
            </a:endParaRPr>
          </a:p>
        </p:txBody>
      </p:sp>
      <p:pic>
        <p:nvPicPr>
          <p:cNvPr id="2050" name="Picture 2" descr="http://www.devotidipadrepio.org/uploads/1/2/7/7/12772806/2633533_orig.jpg"/>
          <p:cNvPicPr>
            <a:picLocks noGrp="1" noChangeAspect="1" noChangeArrowheads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82282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4224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40000"/>
                <a:lumOff val="60000"/>
              </a:schemeClr>
            </a:gs>
            <a:gs pos="33000">
              <a:schemeClr val="accent6">
                <a:lumMod val="60000"/>
                <a:lumOff val="40000"/>
              </a:schemeClr>
            </a:gs>
            <a:gs pos="70000">
              <a:schemeClr val="accent6">
                <a:lumMod val="75000"/>
              </a:schemeClr>
            </a:gs>
            <a:gs pos="100000">
              <a:schemeClr val="accent6">
                <a:lumMod val="5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5513697" y="696036"/>
            <a:ext cx="6678303" cy="5281684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it-IT" sz="8000" dirty="0" smtClean="0">
                <a:latin typeface="Gungsuh" panose="02030600000101010101" pitchFamily="18" charset="-127"/>
                <a:ea typeface="Gungsuh" panose="02030600000101010101" pitchFamily="18" charset="-127"/>
              </a:rPr>
              <a:t>Su </a:t>
            </a:r>
            <a:r>
              <a:rPr lang="it-IT" sz="8000" dirty="0" err="1" smtClean="0">
                <a:latin typeface="Gungsuh" panose="02030600000101010101" pitchFamily="18" charset="-127"/>
                <a:ea typeface="Gungsuh" panose="02030600000101010101" pitchFamily="18" charset="-127"/>
              </a:rPr>
              <a:t>cantiam</a:t>
            </a:r>
            <a:r>
              <a:rPr lang="it-IT" sz="8000" dirty="0" smtClean="0">
                <a:latin typeface="Gungsuh" panose="02030600000101010101" pitchFamily="18" charset="-127"/>
                <a:ea typeface="Gungsuh" panose="02030600000101010101" pitchFamily="18" charset="-127"/>
              </a:rPr>
              <a:t> e </a:t>
            </a:r>
            <a:r>
              <a:rPr lang="it-IT" sz="8000" dirty="0" err="1" smtClean="0">
                <a:latin typeface="Gungsuh" panose="02030600000101010101" pitchFamily="18" charset="-127"/>
                <a:ea typeface="Gungsuh" panose="02030600000101010101" pitchFamily="18" charset="-127"/>
              </a:rPr>
              <a:t>gridiam</a:t>
            </a:r>
            <a:r>
              <a:rPr lang="it-IT" sz="8000" dirty="0" smtClean="0">
                <a:latin typeface="Gungsuh" panose="02030600000101010101" pitchFamily="18" charset="-127"/>
                <a:ea typeface="Gungsuh" panose="02030600000101010101" pitchFamily="18" charset="-127"/>
              </a:rPr>
              <a:t> la vittoria, Cristo è re!</a:t>
            </a:r>
            <a:endParaRPr lang="it-IT" sz="8000" dirty="0">
              <a:latin typeface="Gungsuh" panose="02030600000101010101" pitchFamily="18" charset="-127"/>
              <a:ea typeface="Gungsuh" panose="02030600000101010101" pitchFamily="18" charset="-127"/>
            </a:endParaRPr>
          </a:p>
        </p:txBody>
      </p:sp>
      <p:pic>
        <p:nvPicPr>
          <p:cNvPr id="5122" name="Picture 2" descr="http://thumbs.dreamstime.com/x/corona-del-oro-17907798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696036"/>
            <a:ext cx="5513696" cy="5022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6908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40000"/>
                <a:lumOff val="60000"/>
              </a:schemeClr>
            </a:gs>
            <a:gs pos="33000">
              <a:schemeClr val="accent6">
                <a:lumMod val="60000"/>
                <a:lumOff val="40000"/>
              </a:schemeClr>
            </a:gs>
            <a:gs pos="70000">
              <a:schemeClr val="accent6">
                <a:lumMod val="75000"/>
              </a:schemeClr>
            </a:gs>
            <a:gs pos="100000">
              <a:schemeClr val="accent6">
                <a:lumMod val="5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http://www.ilmaneggiodelsignore.it/ritornocristo.jpg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42" r="1453"/>
          <a:stretch/>
        </p:blipFill>
        <p:spPr bwMode="auto">
          <a:xfrm>
            <a:off x="0" y="0"/>
            <a:ext cx="5404513" cy="70149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ttangolo 3"/>
          <p:cNvSpPr/>
          <p:nvPr/>
        </p:nvSpPr>
        <p:spPr>
          <a:xfrm>
            <a:off x="5500047" y="-1"/>
            <a:ext cx="6691953" cy="62478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it-IT" sz="8000" dirty="0" smtClean="0">
                <a:latin typeface="Gungsuh" panose="02030600000101010101" pitchFamily="18" charset="-127"/>
                <a:ea typeface="Gungsuh" panose="02030600000101010101" pitchFamily="18" charset="-127"/>
              </a:rPr>
              <a:t>Perché Dio ha vinto la battaglia, oh che </a:t>
            </a:r>
            <a:r>
              <a:rPr lang="it-IT" sz="8000" dirty="0" err="1" smtClean="0">
                <a:latin typeface="Gungsuh" panose="02030600000101010101" pitchFamily="18" charset="-127"/>
                <a:ea typeface="Gungsuh" panose="02030600000101010101" pitchFamily="18" charset="-127"/>
              </a:rPr>
              <a:t>liberazion</a:t>
            </a:r>
            <a:r>
              <a:rPr lang="it-IT" sz="8000" dirty="0" smtClean="0">
                <a:latin typeface="Gungsuh" panose="02030600000101010101" pitchFamily="18" charset="-127"/>
                <a:ea typeface="Gungsuh" panose="02030600000101010101" pitchFamily="18" charset="-127"/>
              </a:rPr>
              <a:t>!</a:t>
            </a:r>
            <a:endParaRPr lang="it-IT" sz="7200" dirty="0">
              <a:latin typeface="Gungsuh" panose="02030600000101010101" pitchFamily="18" charset="-127"/>
              <a:ea typeface="Gungsuh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49121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40000"/>
                <a:lumOff val="60000"/>
              </a:schemeClr>
            </a:gs>
            <a:gs pos="33000">
              <a:schemeClr val="accent6">
                <a:lumMod val="60000"/>
                <a:lumOff val="40000"/>
              </a:schemeClr>
            </a:gs>
            <a:gs pos="70000">
              <a:schemeClr val="accent6">
                <a:lumMod val="75000"/>
              </a:schemeClr>
            </a:gs>
            <a:gs pos="100000">
              <a:schemeClr val="accent6">
                <a:lumMod val="5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5452110" y="0"/>
            <a:ext cx="6739890" cy="6858000"/>
          </a:xfrm>
        </p:spPr>
        <p:txBody>
          <a:bodyPr>
            <a:normAutofit fontScale="85000" lnSpcReduction="10000"/>
          </a:bodyPr>
          <a:lstStyle/>
          <a:p>
            <a:pPr marL="0" indent="0" algn="ctr">
              <a:buNone/>
            </a:pPr>
            <a:r>
              <a:rPr lang="it-IT" sz="10300" dirty="0" smtClean="0">
                <a:latin typeface="Gungsuh" panose="02030600000101010101" pitchFamily="18" charset="-127"/>
                <a:ea typeface="Gungsuh" panose="02030600000101010101" pitchFamily="18" charset="-127"/>
              </a:rPr>
              <a:t>La parola ha vinto</a:t>
            </a:r>
          </a:p>
          <a:p>
            <a:pPr marL="0" indent="0" algn="ctr">
              <a:buNone/>
            </a:pPr>
            <a:r>
              <a:rPr lang="it-IT" sz="10300" dirty="0" smtClean="0">
                <a:latin typeface="Gungsuh" panose="02030600000101010101" pitchFamily="18" charset="-127"/>
                <a:ea typeface="Gungsuh" panose="02030600000101010101" pitchFamily="18" charset="-127"/>
              </a:rPr>
              <a:t>il nemico, la terra intera vedrà che</a:t>
            </a:r>
            <a:endParaRPr lang="it-IT" sz="10300" dirty="0">
              <a:latin typeface="Gungsuh" panose="02030600000101010101" pitchFamily="18" charset="-127"/>
              <a:ea typeface="Gungsuh" panose="02030600000101010101" pitchFamily="18" charset="-127"/>
            </a:endParaRPr>
          </a:p>
        </p:txBody>
      </p:sp>
      <p:pic>
        <p:nvPicPr>
          <p:cNvPr id="4098" name="Picture 2" descr="http://www.lavocedelvolturno.com/wp-content/uploads/2013/11/gesu-73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45211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9792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40000"/>
                <a:lumOff val="60000"/>
              </a:schemeClr>
            </a:gs>
            <a:gs pos="33000">
              <a:schemeClr val="accent6">
                <a:lumMod val="60000"/>
                <a:lumOff val="40000"/>
              </a:schemeClr>
            </a:gs>
            <a:gs pos="70000">
              <a:schemeClr val="accent6">
                <a:lumMod val="75000"/>
              </a:schemeClr>
            </a:gs>
            <a:gs pos="100000">
              <a:schemeClr val="accent6">
                <a:lumMod val="5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olo 5"/>
          <p:cNvSpPr>
            <a:spLocks noGrp="1"/>
          </p:cNvSpPr>
          <p:nvPr>
            <p:ph type="title"/>
          </p:nvPr>
        </p:nvSpPr>
        <p:spPr>
          <a:xfrm>
            <a:off x="5213446" y="1"/>
            <a:ext cx="6978554" cy="6858000"/>
          </a:xfrm>
        </p:spPr>
        <p:txBody>
          <a:bodyPr>
            <a:noAutofit/>
          </a:bodyPr>
          <a:lstStyle/>
          <a:p>
            <a:pPr marL="0" indent="0" algn="ctr"/>
            <a:r>
              <a:rPr lang="it-IT" sz="7200" dirty="0" smtClean="0">
                <a:latin typeface="Gungsuh" panose="02030600000101010101" pitchFamily="18" charset="-127"/>
                <a:ea typeface="Gungsuh" panose="02030600000101010101" pitchFamily="18" charset="-127"/>
              </a:rPr>
              <a:t>Con Gesù </a:t>
            </a:r>
            <a:r>
              <a:rPr lang="it-IT" sz="7200" dirty="0" err="1" smtClean="0">
                <a:latin typeface="Gungsuh" panose="02030600000101010101" pitchFamily="18" charset="-127"/>
                <a:ea typeface="Gungsuh" panose="02030600000101010101" pitchFamily="18" charset="-127"/>
              </a:rPr>
              <a:t>farem</a:t>
            </a:r>
            <a:r>
              <a:rPr lang="it-IT" sz="7200" dirty="0" smtClean="0">
                <a:latin typeface="Gungsuh" panose="02030600000101010101" pitchFamily="18" charset="-127"/>
                <a:ea typeface="Gungsuh" panose="02030600000101010101" pitchFamily="18" charset="-127"/>
              </a:rPr>
              <a:t> delle</a:t>
            </a:r>
            <a:br>
              <a:rPr lang="it-IT" sz="7200" dirty="0" smtClean="0">
                <a:latin typeface="Gungsuh" panose="02030600000101010101" pitchFamily="18" charset="-127"/>
                <a:ea typeface="Gungsuh" panose="02030600000101010101" pitchFamily="18" charset="-127"/>
              </a:rPr>
            </a:br>
            <a:r>
              <a:rPr lang="it-IT" sz="7200" dirty="0" smtClean="0">
                <a:latin typeface="Gungsuh" panose="02030600000101010101" pitchFamily="18" charset="-127"/>
                <a:ea typeface="Gungsuh" panose="02030600000101010101" pitchFamily="18" charset="-127"/>
              </a:rPr>
              <a:t> prodezze, con Gesù noi vinceremo il male.</a:t>
            </a:r>
            <a:endParaRPr lang="it-IT" sz="7200" dirty="0">
              <a:latin typeface="Gungsuh" panose="02030600000101010101" pitchFamily="18" charset="-127"/>
              <a:ea typeface="Gungsuh" panose="02030600000101010101" pitchFamily="18" charset="-127"/>
            </a:endParaRPr>
          </a:p>
        </p:txBody>
      </p:sp>
      <p:pic>
        <p:nvPicPr>
          <p:cNvPr id="2050" name="Picture 2" descr="http://www.devotidipadrepio.org/uploads/1/2/7/7/12772806/2633533_orig.jpg"/>
          <p:cNvPicPr>
            <a:picLocks noGrp="1" noChangeAspect="1" noChangeArrowheads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82282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42126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40000"/>
                <a:lumOff val="60000"/>
              </a:schemeClr>
            </a:gs>
            <a:gs pos="33000">
              <a:schemeClr val="accent6">
                <a:lumMod val="60000"/>
                <a:lumOff val="40000"/>
              </a:schemeClr>
            </a:gs>
            <a:gs pos="70000">
              <a:schemeClr val="accent6">
                <a:lumMod val="75000"/>
              </a:schemeClr>
            </a:gs>
            <a:gs pos="100000">
              <a:schemeClr val="accent6">
                <a:lumMod val="5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5186149" y="0"/>
            <a:ext cx="7005851" cy="6858000"/>
          </a:xfrm>
        </p:spPr>
        <p:txBody>
          <a:bodyPr>
            <a:normAutofit fontScale="85000" lnSpcReduction="20000"/>
          </a:bodyPr>
          <a:lstStyle/>
          <a:p>
            <a:pPr marL="0" indent="0" algn="ctr">
              <a:buNone/>
            </a:pPr>
            <a:r>
              <a:rPr lang="it-IT" sz="9600" dirty="0" smtClean="0">
                <a:latin typeface="Gungsuh" panose="02030600000101010101" pitchFamily="18" charset="-127"/>
                <a:ea typeface="Gungsuh" panose="02030600000101010101" pitchFamily="18" charset="-127"/>
              </a:rPr>
              <a:t>Su </a:t>
            </a:r>
            <a:r>
              <a:rPr lang="it-IT" sz="9600" dirty="0" err="1" smtClean="0">
                <a:latin typeface="Gungsuh" panose="02030600000101010101" pitchFamily="18" charset="-127"/>
                <a:ea typeface="Gungsuh" panose="02030600000101010101" pitchFamily="18" charset="-127"/>
              </a:rPr>
              <a:t>cantiam</a:t>
            </a:r>
            <a:r>
              <a:rPr lang="it-IT" sz="9600" dirty="0" smtClean="0">
                <a:latin typeface="Gungsuh" panose="02030600000101010101" pitchFamily="18" charset="-127"/>
                <a:ea typeface="Gungsuh" panose="02030600000101010101" pitchFamily="18" charset="-127"/>
              </a:rPr>
              <a:t> e </a:t>
            </a:r>
            <a:r>
              <a:rPr lang="it-IT" sz="9600" dirty="0" err="1" smtClean="0">
                <a:latin typeface="Gungsuh" panose="02030600000101010101" pitchFamily="18" charset="-127"/>
                <a:ea typeface="Gungsuh" panose="02030600000101010101" pitchFamily="18" charset="-127"/>
              </a:rPr>
              <a:t>gridiam</a:t>
            </a:r>
            <a:r>
              <a:rPr lang="it-IT" sz="9600" dirty="0" smtClean="0">
                <a:latin typeface="Gungsuh" panose="02030600000101010101" pitchFamily="18" charset="-127"/>
                <a:ea typeface="Gungsuh" panose="02030600000101010101" pitchFamily="18" charset="-127"/>
              </a:rPr>
              <a:t> la vittoria, Cristo è re!</a:t>
            </a:r>
          </a:p>
          <a:p>
            <a:pPr marL="0" indent="0" algn="ctr">
              <a:buNone/>
            </a:pPr>
            <a:r>
              <a:rPr lang="it-IT" sz="9600" dirty="0" smtClean="0">
                <a:latin typeface="Gungsuh" panose="02030600000101010101" pitchFamily="18" charset="-127"/>
                <a:ea typeface="Gungsuh" panose="02030600000101010101" pitchFamily="18" charset="-127"/>
              </a:rPr>
              <a:t>Cristo è re!</a:t>
            </a:r>
            <a:endParaRPr lang="it-IT" sz="9600" dirty="0">
              <a:latin typeface="Gungsuh" panose="02030600000101010101" pitchFamily="18" charset="-127"/>
              <a:ea typeface="Gungsuh" panose="02030600000101010101" pitchFamily="18" charset="-127"/>
            </a:endParaRPr>
          </a:p>
          <a:p>
            <a:pPr marL="0" indent="0" algn="ctr">
              <a:buNone/>
            </a:pPr>
            <a:r>
              <a:rPr lang="it-IT" sz="9600" dirty="0" smtClean="0">
                <a:latin typeface="Gungsuh" panose="02030600000101010101" pitchFamily="18" charset="-127"/>
                <a:ea typeface="Gungsuh" panose="02030600000101010101" pitchFamily="18" charset="-127"/>
              </a:rPr>
              <a:t>Cristo è re!</a:t>
            </a:r>
          </a:p>
          <a:p>
            <a:pPr marL="0" indent="0" algn="ctr">
              <a:buNone/>
            </a:pPr>
            <a:r>
              <a:rPr lang="it-IT" sz="9600" dirty="0" smtClean="0">
                <a:latin typeface="Gungsuh" panose="02030600000101010101" pitchFamily="18" charset="-127"/>
                <a:ea typeface="Gungsuh" panose="02030600000101010101" pitchFamily="18" charset="-127"/>
              </a:rPr>
              <a:t>Eh!</a:t>
            </a:r>
            <a:endParaRPr lang="it-IT" sz="9600" dirty="0">
              <a:latin typeface="Gungsuh" panose="02030600000101010101" pitchFamily="18" charset="-127"/>
              <a:ea typeface="Gungsuh" panose="02030600000101010101" pitchFamily="18" charset="-127"/>
            </a:endParaRPr>
          </a:p>
        </p:txBody>
      </p:sp>
      <p:pic>
        <p:nvPicPr>
          <p:cNvPr id="4" name="Picture 2" descr="https://evu4jw.bay.livefilestore.com/y1mI2UroP7U0xqGzoP5KT9TrS1Hs9vkEzKzjK6oF4kJ0OD-G5r5BgDRpWKW8M6vII84cYKJyYQCp_8XqdDedwGaqccVeqkZKf_m13fXm-xmvzj9oRX98Tb5GpIqN6jJTCK4btGPRYDHGYk/fanciulli%20E%20GESU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18614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85280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63</Words>
  <Application>Microsoft Office PowerPoint</Application>
  <PresentationFormat>Personalizzato</PresentationFormat>
  <Paragraphs>11</Paragraphs>
  <Slides>7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7</vt:i4>
      </vt:variant>
    </vt:vector>
  </HeadingPairs>
  <TitlesOfParts>
    <vt:vector size="8" baseType="lpstr">
      <vt:lpstr>Tema di Office</vt:lpstr>
      <vt:lpstr> Canto di vittoria</vt:lpstr>
      <vt:lpstr>Con Gesù farem delle  prodezze, con Gesù noi vinceremo il male.</vt:lpstr>
      <vt:lpstr>Presentazione standard di PowerPoint</vt:lpstr>
      <vt:lpstr>Presentazione standard di PowerPoint</vt:lpstr>
      <vt:lpstr>Presentazione standard di PowerPoint</vt:lpstr>
      <vt:lpstr>Con Gesù farem delle  prodezze, con Gesù noi vinceremo il male.</vt:lpstr>
      <vt:lpstr>Presentazione standard di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Canto di vittoria</dc:title>
  <dc:creator>Gioele Rigitano</dc:creator>
  <cp:lastModifiedBy>GRUPPO MERATE</cp:lastModifiedBy>
  <cp:revision>11</cp:revision>
  <dcterms:created xsi:type="dcterms:W3CDTF">2014-02-13T12:44:16Z</dcterms:created>
  <dcterms:modified xsi:type="dcterms:W3CDTF">2014-06-14T14:52:03Z</dcterms:modified>
</cp:coreProperties>
</file>