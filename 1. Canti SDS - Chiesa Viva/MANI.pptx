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1"/>
  </p:notesMasterIdLst>
  <p:handoutMasterIdLst>
    <p:handoutMasterId r:id="rId12"/>
  </p:handoutMasterIdLst>
  <p:sldIdLst>
    <p:sldId id="257" r:id="rId3"/>
    <p:sldId id="273" r:id="rId4"/>
    <p:sldId id="274" r:id="rId5"/>
    <p:sldId id="275" r:id="rId6"/>
    <p:sldId id="276" r:id="rId7"/>
    <p:sldId id="277" r:id="rId8"/>
    <p:sldId id="279" r:id="rId9"/>
    <p:sldId id="278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9" d="100"/>
          <a:sy n="89" d="100"/>
        </p:scale>
        <p:origin x="466" y="77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it-IT"/>
              <a:t>10/07/2015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it-IT"/>
              <a:t>10/07/2015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pPr/>
              <a:t>10/07/2015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it-IT"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it-IT"/>
              <a:pPr/>
              <a:t>10/07/2015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/>
              <a:pPr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it-IT" sz="8800" b="0" i="0" noProof="1" smtClean="0">
                <a:solidFill>
                  <a:schemeClr val="tx1"/>
                </a:solidFill>
                <a:ea typeface="+mj-ea"/>
                <a:cs typeface="+mj-cs"/>
              </a:rPr>
              <a:t>MANI</a:t>
            </a:r>
            <a:endParaRPr lang="it-IT" sz="8800" b="0" i="0" noProof="1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2800" noProof="1" smtClean="0">
                <a:solidFill>
                  <a:schemeClr val="tx1">
                    <a:lumMod val="50000"/>
                  </a:schemeClr>
                </a:solidFill>
              </a:rPr>
              <a:t>Settimana di approfondimento</a:t>
            </a:r>
          </a:p>
          <a:p>
            <a:r>
              <a:rPr lang="it-IT" sz="2800" noProof="1" smtClean="0">
                <a:solidFill>
                  <a:schemeClr val="tx1">
                    <a:lumMod val="50000"/>
                  </a:schemeClr>
                </a:solidFill>
              </a:rPr>
              <a:t>Luglio 2015</a:t>
            </a:r>
            <a:endParaRPr lang="it-IT" sz="2800" noProof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42" y="1772816"/>
            <a:ext cx="3858142" cy="19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261764" y="332656"/>
            <a:ext cx="11665296" cy="57606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000" dirty="0"/>
              <a:t>Vorrei che le parole mutassero in preghiera</a:t>
            </a:r>
          </a:p>
          <a:p>
            <a:pPr marL="0" indent="0" algn="ctr">
              <a:buNone/>
            </a:pPr>
            <a:r>
              <a:rPr lang="it-IT" sz="5000" dirty="0" smtClean="0"/>
              <a:t>E </a:t>
            </a:r>
            <a:r>
              <a:rPr lang="it-IT" sz="5000" dirty="0"/>
              <a:t>rivederti o padre che dipingevi il cielo</a:t>
            </a:r>
          </a:p>
          <a:p>
            <a:pPr marL="0" indent="0" algn="ctr">
              <a:buNone/>
            </a:pPr>
            <a:r>
              <a:rPr lang="it-IT" sz="5000" dirty="0" smtClean="0"/>
              <a:t>Sapessi </a:t>
            </a:r>
            <a:r>
              <a:rPr lang="it-IT" sz="5000" dirty="0"/>
              <a:t>quante volte guardando questo mondo </a:t>
            </a:r>
          </a:p>
          <a:p>
            <a:pPr marL="0" indent="0" algn="ctr">
              <a:buNone/>
            </a:pPr>
            <a:r>
              <a:rPr lang="it-IT" sz="5000" dirty="0" smtClean="0"/>
              <a:t>Vorrei </a:t>
            </a:r>
            <a:r>
              <a:rPr lang="it-IT" sz="5000" dirty="0"/>
              <a:t>che tu tornassi a ritoccare il </a:t>
            </a:r>
            <a:r>
              <a:rPr lang="it-IT" sz="5000" dirty="0" smtClean="0"/>
              <a:t>cuore.</a:t>
            </a:r>
            <a:endParaRPr lang="it-IT" sz="5000" dirty="0"/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189756" y="404664"/>
            <a:ext cx="11593288" cy="5615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000" dirty="0"/>
              <a:t>Vorrei che le mie mani avessero la forza </a:t>
            </a:r>
          </a:p>
          <a:p>
            <a:pPr marL="0" indent="0" algn="ctr">
              <a:buNone/>
            </a:pPr>
            <a:r>
              <a:rPr lang="it-IT" sz="5000" dirty="0"/>
              <a:t>Per sostenere chi non può camminare</a:t>
            </a:r>
          </a:p>
          <a:p>
            <a:pPr marL="0" indent="0" algn="ctr">
              <a:buNone/>
            </a:pPr>
            <a:r>
              <a:rPr lang="it-IT" sz="5000" dirty="0"/>
              <a:t>Vorrei che questo cuore che esplode in sentimenti </a:t>
            </a:r>
          </a:p>
          <a:p>
            <a:pPr marL="0" indent="0" algn="ctr">
              <a:buNone/>
            </a:pPr>
            <a:r>
              <a:rPr lang="it-IT" sz="5000" dirty="0"/>
              <a:t>Diventasse culla per chi non ha più </a:t>
            </a:r>
            <a:r>
              <a:rPr lang="it-IT" sz="5000" dirty="0" smtClean="0"/>
              <a:t>madre.</a:t>
            </a:r>
            <a:endParaRPr lang="it-IT" sz="5000" dirty="0"/>
          </a:p>
          <a:p>
            <a:pPr marL="0" indent="0">
              <a:buNone/>
            </a:pPr>
            <a:endParaRPr lang="it-IT" sz="5000" dirty="0"/>
          </a:p>
        </p:txBody>
      </p:sp>
    </p:spTree>
    <p:extLst>
      <p:ext uri="{BB962C8B-B14F-4D97-AF65-F5344CB8AC3E}">
        <p14:creationId xmlns:p14="http://schemas.microsoft.com/office/powerpoint/2010/main" val="245146687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117748" y="332656"/>
            <a:ext cx="11005866" cy="338437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dirty="0"/>
              <a:t>Mani</a:t>
            </a:r>
            <a:r>
              <a:rPr lang="it-IT" sz="3600" dirty="0" smtClean="0"/>
              <a:t>, prendi </a:t>
            </a:r>
            <a:r>
              <a:rPr lang="it-IT" sz="3600" dirty="0"/>
              <a:t>queste mie mani, </a:t>
            </a:r>
          </a:p>
          <a:p>
            <a:pPr marL="0" indent="0" algn="ctr">
              <a:buNone/>
            </a:pPr>
            <a:r>
              <a:rPr lang="it-IT" sz="3600" dirty="0" smtClean="0"/>
              <a:t>fanne </a:t>
            </a:r>
            <a:r>
              <a:rPr lang="it-IT" sz="3600" dirty="0"/>
              <a:t>vita, fanne amore</a:t>
            </a:r>
          </a:p>
          <a:p>
            <a:pPr marL="0" indent="0" algn="ctr">
              <a:buNone/>
            </a:pPr>
            <a:r>
              <a:rPr lang="it-IT" sz="3600" dirty="0" smtClean="0"/>
              <a:t>braccia </a:t>
            </a:r>
            <a:r>
              <a:rPr lang="it-IT" sz="3600" dirty="0"/>
              <a:t>aperte per ricevere </a:t>
            </a:r>
            <a:r>
              <a:rPr lang="it-IT" sz="3600" dirty="0" smtClean="0"/>
              <a:t>… </a:t>
            </a:r>
            <a:r>
              <a:rPr lang="it-IT" sz="3600" dirty="0"/>
              <a:t>chi è solo.</a:t>
            </a:r>
          </a:p>
          <a:p>
            <a:pPr marL="0" indent="0" algn="ctr">
              <a:buNone/>
            </a:pPr>
            <a:r>
              <a:rPr lang="it-IT" sz="3600" dirty="0" smtClean="0"/>
              <a:t>Cuore</a:t>
            </a:r>
            <a:r>
              <a:rPr lang="it-IT" sz="3600" dirty="0"/>
              <a:t>, prendi questo mio cuore,</a:t>
            </a:r>
          </a:p>
          <a:p>
            <a:pPr marL="0" indent="0" algn="ctr">
              <a:buNone/>
            </a:pPr>
            <a:r>
              <a:rPr lang="it-IT" sz="3600" dirty="0" smtClean="0"/>
              <a:t>fa </a:t>
            </a:r>
            <a:r>
              <a:rPr lang="it-IT" sz="3600" dirty="0"/>
              <a:t>che si spalanchi al mondo </a:t>
            </a:r>
          </a:p>
          <a:p>
            <a:pPr marL="0" indent="0" algn="ctr">
              <a:buNone/>
            </a:pPr>
            <a:r>
              <a:rPr lang="it-IT" sz="3600" dirty="0" smtClean="0"/>
              <a:t>germogliando </a:t>
            </a:r>
            <a:r>
              <a:rPr lang="it-IT" sz="3600" dirty="0"/>
              <a:t>per quegli occhi</a:t>
            </a:r>
          </a:p>
          <a:p>
            <a:pPr marL="0" indent="0" algn="ctr">
              <a:buNone/>
            </a:pPr>
            <a:r>
              <a:rPr lang="it-IT" sz="3600" dirty="0" smtClean="0"/>
              <a:t>che </a:t>
            </a:r>
            <a:r>
              <a:rPr lang="it-IT" sz="3600" dirty="0"/>
              <a:t>non sanno pianger </a:t>
            </a:r>
            <a:r>
              <a:rPr lang="it-IT" sz="3600" dirty="0" smtClean="0"/>
              <a:t>più.</a:t>
            </a:r>
            <a:endParaRPr lang="it-IT" sz="3600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76" y="4725144"/>
            <a:ext cx="3240360" cy="1776023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820" y="2132856"/>
            <a:ext cx="20574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31765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189756" y="548680"/>
            <a:ext cx="11737304" cy="54711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5400" dirty="0" smtClean="0"/>
              <a:t>Sei </a:t>
            </a:r>
            <a:r>
              <a:rPr lang="it-IT" sz="5400" dirty="0"/>
              <a:t>tu lo spazio che desidero da sempre,</a:t>
            </a:r>
          </a:p>
          <a:p>
            <a:pPr marL="0" indent="0" algn="ctr">
              <a:buNone/>
            </a:pPr>
            <a:r>
              <a:rPr lang="it-IT" sz="5400" dirty="0" smtClean="0"/>
              <a:t>so </a:t>
            </a:r>
            <a:r>
              <a:rPr lang="it-IT" sz="5400" dirty="0"/>
              <a:t>che mi stringerai e mi terrai la mano </a:t>
            </a:r>
          </a:p>
          <a:p>
            <a:pPr marL="0" indent="0" algn="ctr">
              <a:buNone/>
            </a:pPr>
            <a:r>
              <a:rPr lang="it-IT" sz="5400" dirty="0" smtClean="0"/>
              <a:t>fa </a:t>
            </a:r>
            <a:r>
              <a:rPr lang="it-IT" sz="5400" dirty="0"/>
              <a:t>che le mie strade si perdano nel buio</a:t>
            </a:r>
          </a:p>
          <a:p>
            <a:pPr marL="0" indent="0" algn="ctr">
              <a:buNone/>
            </a:pPr>
            <a:r>
              <a:rPr lang="it-IT" sz="5400" dirty="0" smtClean="0"/>
              <a:t>ed </a:t>
            </a:r>
            <a:r>
              <a:rPr lang="it-IT" sz="5400" dirty="0"/>
              <a:t>io cammini dove cammineresti tu.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4600297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261764" y="188640"/>
            <a:ext cx="11665296" cy="583116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000" dirty="0"/>
              <a:t>Tu soffio della vita prendi la mia giovinezza </a:t>
            </a:r>
          </a:p>
          <a:p>
            <a:pPr marL="0" indent="0" algn="ctr">
              <a:buNone/>
            </a:pPr>
            <a:r>
              <a:rPr lang="it-IT" sz="5000" dirty="0" smtClean="0"/>
              <a:t>Con </a:t>
            </a:r>
            <a:r>
              <a:rPr lang="it-IT" sz="5000" dirty="0"/>
              <a:t>le contraddizioni e le falsità</a:t>
            </a:r>
          </a:p>
          <a:p>
            <a:pPr marL="0" indent="0" algn="ctr">
              <a:buNone/>
            </a:pPr>
            <a:r>
              <a:rPr lang="it-IT" sz="5000" dirty="0" smtClean="0"/>
              <a:t>Strumento </a:t>
            </a:r>
            <a:r>
              <a:rPr lang="it-IT" sz="5000" dirty="0"/>
              <a:t>fa che sia per annunciare il regno</a:t>
            </a:r>
          </a:p>
          <a:p>
            <a:pPr marL="0" indent="0" algn="ctr">
              <a:buNone/>
            </a:pPr>
            <a:r>
              <a:rPr lang="it-IT" sz="5000" dirty="0" smtClean="0"/>
              <a:t>a </a:t>
            </a:r>
            <a:r>
              <a:rPr lang="it-IT" sz="5000" dirty="0"/>
              <a:t>chi per queste vie tu chiami </a:t>
            </a:r>
            <a:r>
              <a:rPr lang="it-IT" sz="5000" dirty="0" smtClean="0"/>
              <a:t>beati.</a:t>
            </a:r>
            <a:endParaRPr lang="it-IT" sz="5000" dirty="0"/>
          </a:p>
        </p:txBody>
      </p:sp>
    </p:spTree>
    <p:extLst>
      <p:ext uri="{BB962C8B-B14F-4D97-AF65-F5344CB8AC3E}">
        <p14:creationId xmlns:p14="http://schemas.microsoft.com/office/powerpoint/2010/main" val="2886115162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117748" y="332656"/>
            <a:ext cx="11005866" cy="338437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600" dirty="0"/>
              <a:t>Mani</a:t>
            </a:r>
            <a:r>
              <a:rPr lang="it-IT" sz="3600" dirty="0" smtClean="0"/>
              <a:t>, prendi </a:t>
            </a:r>
            <a:r>
              <a:rPr lang="it-IT" sz="3600" dirty="0"/>
              <a:t>queste </a:t>
            </a:r>
            <a:r>
              <a:rPr lang="it-IT" sz="3600" dirty="0" smtClean="0"/>
              <a:t>nostre mani</a:t>
            </a:r>
            <a:r>
              <a:rPr lang="it-IT" sz="3600" dirty="0"/>
              <a:t>, </a:t>
            </a:r>
          </a:p>
          <a:p>
            <a:pPr marL="0" indent="0" algn="ctr">
              <a:buNone/>
            </a:pPr>
            <a:r>
              <a:rPr lang="it-IT" sz="3600" dirty="0" smtClean="0"/>
              <a:t>fanne </a:t>
            </a:r>
            <a:r>
              <a:rPr lang="it-IT" sz="3600" dirty="0"/>
              <a:t>vita, fanne amore</a:t>
            </a:r>
          </a:p>
          <a:p>
            <a:pPr marL="0" indent="0" algn="ctr">
              <a:buNone/>
            </a:pPr>
            <a:r>
              <a:rPr lang="it-IT" sz="3600" dirty="0" smtClean="0"/>
              <a:t>braccia </a:t>
            </a:r>
            <a:r>
              <a:rPr lang="it-IT" sz="3600" dirty="0"/>
              <a:t>aperte per ricevere </a:t>
            </a:r>
            <a:r>
              <a:rPr lang="it-IT" sz="3600" dirty="0" smtClean="0"/>
              <a:t>… </a:t>
            </a:r>
            <a:r>
              <a:rPr lang="it-IT" sz="3600" dirty="0"/>
              <a:t>chi è solo.</a:t>
            </a:r>
          </a:p>
          <a:p>
            <a:pPr marL="0" indent="0" algn="ctr">
              <a:buNone/>
            </a:pPr>
            <a:r>
              <a:rPr lang="it-IT" sz="3600" dirty="0" smtClean="0"/>
              <a:t>Cuori, </a:t>
            </a:r>
            <a:r>
              <a:rPr lang="it-IT" sz="3600" dirty="0"/>
              <a:t>prendi </a:t>
            </a:r>
            <a:r>
              <a:rPr lang="it-IT" sz="3600" dirty="0" smtClean="0"/>
              <a:t>questi nostri cuori,</a:t>
            </a:r>
            <a:endParaRPr lang="it-IT" sz="3600" dirty="0"/>
          </a:p>
          <a:p>
            <a:pPr marL="0" indent="0" algn="ctr">
              <a:buNone/>
            </a:pPr>
            <a:r>
              <a:rPr lang="it-IT" sz="3600" dirty="0" smtClean="0"/>
              <a:t>fa </a:t>
            </a:r>
            <a:r>
              <a:rPr lang="it-IT" sz="3600" dirty="0"/>
              <a:t>che </a:t>
            </a:r>
            <a:r>
              <a:rPr lang="it-IT" sz="3600" dirty="0" smtClean="0"/>
              <a:t>siano testimoni</a:t>
            </a:r>
            <a:endParaRPr lang="it-IT" sz="3600" dirty="0"/>
          </a:p>
          <a:p>
            <a:pPr marL="0" indent="0" algn="ctr">
              <a:buNone/>
            </a:pPr>
            <a:r>
              <a:rPr lang="it-IT" sz="3600" dirty="0" smtClean="0"/>
              <a:t>che tu chiami ad ogni uomo</a:t>
            </a:r>
            <a:endParaRPr lang="it-IT" sz="3600" dirty="0"/>
          </a:p>
          <a:p>
            <a:pPr marL="0" indent="0" algn="ctr">
              <a:buNone/>
            </a:pPr>
            <a:r>
              <a:rPr lang="it-IT" sz="3600" dirty="0" smtClean="0"/>
              <a:t>a far festa con Dio.</a:t>
            </a:r>
            <a:endParaRPr lang="it-IT" sz="3600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76" y="4725144"/>
            <a:ext cx="3240360" cy="1776023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820" y="2132856"/>
            <a:ext cx="20574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76310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1804" y="404664"/>
            <a:ext cx="10501810" cy="5615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/>
              <a:t>Cuori, prendi questi nostri cuori,</a:t>
            </a:r>
          </a:p>
          <a:p>
            <a:pPr marL="0" indent="0" algn="ctr">
              <a:buNone/>
            </a:pPr>
            <a:r>
              <a:rPr lang="it-IT" sz="4400" dirty="0"/>
              <a:t>fa che siano testimoni</a:t>
            </a:r>
          </a:p>
          <a:p>
            <a:pPr marL="0" indent="0" algn="ctr">
              <a:buNone/>
            </a:pPr>
            <a:r>
              <a:rPr lang="it-IT" sz="4400" dirty="0"/>
              <a:t>che tu chiami ad ogni uomo</a:t>
            </a:r>
          </a:p>
          <a:p>
            <a:pPr marL="0" indent="0" algn="ctr">
              <a:buNone/>
            </a:pPr>
            <a:r>
              <a:rPr lang="it-IT" sz="4400" dirty="0"/>
              <a:t>a far festa con Dio.</a:t>
            </a:r>
          </a:p>
          <a:p>
            <a:pPr marL="0" indent="0">
              <a:buNone/>
            </a:pPr>
            <a:endParaRPr lang="it-IT" sz="1600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88" y="3429000"/>
            <a:ext cx="3724275" cy="2800350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660" y="3429000"/>
            <a:ext cx="37242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2710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66FA3CE-A218-4400-AA51-F51C6E85D0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Acquerello (widescreen)</Template>
  <TotalTime>0</TotalTime>
  <Words>243</Words>
  <Application>Microsoft Office PowerPoint</Application>
  <PresentationFormat>Personalizzato</PresentationFormat>
  <Paragraphs>37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1" baseType="lpstr">
      <vt:lpstr>Arial</vt:lpstr>
      <vt:lpstr>Palatino Linotype</vt:lpstr>
      <vt:lpstr>Watercolor_16x9</vt:lpstr>
      <vt:lpstr>MANI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2015-07-10T15:01:33Z</dcterms:created>
  <dcterms:modified xsi:type="dcterms:W3CDTF">2015-07-10T16:39:29Z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TC028866379991</vt:lpwstr>
  </property>
</Properties>
</file>