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95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913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5084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188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629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160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870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144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7092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00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399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5860B-69F8-44A6-8F25-4CECF1243A72}" type="datetimeFigureOut">
              <a:rPr lang="it-IT" smtClean="0"/>
              <a:t>28/03/2015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7579-68B3-49DB-A7BE-F77CAAAAD5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40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i="1" dirty="0" smtClean="0">
                <a:latin typeface="Comic Sans MS" panose="030F0702030302020204" pitchFamily="66" charset="0"/>
              </a:rPr>
              <a:t>OH, QUANTA GIOIA!</a:t>
            </a:r>
            <a:endParaRPr lang="it-IT" b="1" i="1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http://www.macrolibrarsi.it/img/tinyMCE_upload/luce_cura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3878904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842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632298"/>
            <a:ext cx="10515600" cy="554466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CAMMINA NELLA LUCE DEL SIGNOR</a:t>
            </a:r>
          </a:p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OH, CAMMINA , CAMMINA, CAMMINA NELLA LUCE</a:t>
            </a:r>
          </a:p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OH, CAMMINA , CAMMINA, CAMMINA NELLA LUCE</a:t>
            </a:r>
          </a:p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OH, CAMMINA , CAMMINA, CAMMINA NELLA LUCE</a:t>
            </a:r>
          </a:p>
          <a:p>
            <a:pPr marL="0" indent="0" algn="ctr">
              <a:buNone/>
            </a:pPr>
            <a:r>
              <a:rPr lang="it-IT" sz="3200" dirty="0" smtClean="0">
                <a:latin typeface="Comic Sans MS" panose="030F0702030302020204" pitchFamily="66" charset="0"/>
              </a:rPr>
              <a:t>CAMMINA NELLA LUCE DEL SIGNOR</a:t>
            </a:r>
          </a:p>
          <a:p>
            <a:pPr marL="0" indent="0" algn="ctr">
              <a:buNone/>
            </a:pPr>
            <a:endParaRPr lang="it-IT" sz="3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6759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612843"/>
            <a:ext cx="10515600" cy="55641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SALTA NELLA LUCE DEL SIGNOR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SALTA, SALTA, SALTA NELLA LUCE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SALTA, SALTA, SALTA NELLA LUCE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SALTA, SALTA, SALTA NELLA LUCE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SALTA NELLA LUCE DEL SIGNOR</a:t>
            </a:r>
            <a:endParaRPr lang="it-IT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872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612843"/>
            <a:ext cx="10515600" cy="55641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QUANTA GIOIA DI SEGUIR GESU’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QUANTA GIOIA DI SEGUIR GESU’</a:t>
            </a:r>
            <a:endParaRPr lang="it-IT" sz="36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GIRA NELLA LUCE DEL SIGNOR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GIRA, GIRA, GIRA NELLA LUCE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GIRA, GIRA, GIRA NELLA LUCE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OH, GIRA, GIRA, GIRA NELLA LUCE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GIRA NELLA LUCE DEL SIGNOR</a:t>
            </a:r>
          </a:p>
        </p:txBody>
      </p:sp>
    </p:spTree>
    <p:extLst>
      <p:ext uri="{BB962C8B-B14F-4D97-AF65-F5344CB8AC3E}">
        <p14:creationId xmlns:p14="http://schemas.microsoft.com/office/powerpoint/2010/main" val="31563301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188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Comic Sans MS</vt:lpstr>
      <vt:lpstr>Tema di Office</vt:lpstr>
      <vt:lpstr>OH, QUANTA GIOIA!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OH, QUANTA GIOIA</dc:title>
  <dc:creator>Paolo Giametta</dc:creator>
  <cp:lastModifiedBy>Paolo Giametta</cp:lastModifiedBy>
  <cp:revision>2</cp:revision>
  <dcterms:created xsi:type="dcterms:W3CDTF">2015-03-27T23:03:21Z</dcterms:created>
  <dcterms:modified xsi:type="dcterms:W3CDTF">2015-03-27T23:21:38Z</dcterms:modified>
</cp:coreProperties>
</file>