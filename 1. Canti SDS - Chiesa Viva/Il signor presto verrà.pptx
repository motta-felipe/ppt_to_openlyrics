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0080625" cy="7559675" type="screen4x3"/>
  <p:notesSz cx="7559675" cy="10691813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5" d="100"/>
          <a:sy n="45" d="100"/>
        </p:scale>
        <p:origin x="-1282" y="-82"/>
      </p:cViewPr>
      <p:guideLst>
        <p:guide orient="horz" pos="2381"/>
        <p:guide pos="317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it-IT" sz="1400" b="0" i="0" u="none" strike="noStrike" kern="1200" cap="none">
              <a:ln>
                <a:noFill/>
              </a:ln>
              <a:latin typeface="Liberation Sans" pitchFamily="18"/>
              <a:ea typeface="Microsoft YaHei" pitchFamily="2"/>
              <a:cs typeface="Arial" pitchFamily="2"/>
            </a:endParaRPr>
          </a:p>
        </p:txBody>
      </p:sp>
      <p:sp>
        <p:nvSpPr>
          <p:cNvPr id="3" name="Segnaposto data 2"/>
          <p:cNvSpPr txBox="1">
            <a:spLocks noGrp="1"/>
          </p:cNvSpPr>
          <p:nvPr>
            <p:ph type="dt" sz="quarter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/>
          <a:lstStyle/>
          <a:p>
            <a:pPr marL="0" marR="0" lvl="0" indent="0" algn="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it-IT" sz="1400" b="0" i="0" u="none" strike="noStrike" kern="1200" cap="none">
              <a:ln>
                <a:noFill/>
              </a:ln>
              <a:latin typeface="Liberation Sans" pitchFamily="18"/>
              <a:ea typeface="Microsoft YaHei" pitchFamily="2"/>
              <a:cs typeface="Arial" pitchFamily="2"/>
            </a:endParaRPr>
          </a:p>
        </p:txBody>
      </p:sp>
      <p:sp>
        <p:nvSpPr>
          <p:cNvPr id="4" name="Segnaposto piè di pagina 3"/>
          <p:cNvSpPr txBox="1">
            <a:spLocks noGrp="1"/>
          </p:cNvSpPr>
          <p:nvPr>
            <p:ph type="ftr" sz="quarte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="b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it-IT" sz="1400" b="0" i="0" u="none" strike="noStrike" kern="1200" cap="none">
              <a:ln>
                <a:noFill/>
              </a:ln>
              <a:latin typeface="Liberation Sans" pitchFamily="18"/>
              <a:ea typeface="Microsoft YaHei" pitchFamily="2"/>
              <a:cs typeface="Arial" pitchFamily="2"/>
            </a:endParaRPr>
          </a:p>
        </p:txBody>
      </p:sp>
      <p:sp>
        <p:nvSpPr>
          <p:cNvPr id="5" name="Segnaposto numero diapositiva 4"/>
          <p:cNvSpPr txBox="1">
            <a:spLocks noGrp="1"/>
          </p:cNvSpPr>
          <p:nvPr>
            <p:ph type="sldNum" sz="quarter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="b" anchorCtr="0" compatLnSpc="0"/>
          <a:lstStyle/>
          <a:p>
            <a:pPr marL="0" marR="0" lvl="0" indent="0" algn="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fld id="{91020291-D9D0-4431-8649-E09A3A7DCBB6}" type="slidenum">
              <a:t>‹N›</a:t>
            </a:fld>
            <a:endParaRPr lang="it-IT" sz="1400" b="0" i="0" u="none" strike="noStrike" kern="1200" cap="none">
              <a:ln>
                <a:noFill/>
              </a:ln>
              <a:latin typeface="Liberation Sans" pitchFamily="18"/>
              <a:ea typeface="Microsoft YaHei" pitchFamily="2"/>
              <a:cs typeface="Arial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33938767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 idx="2"/>
          </p:nvPr>
        </p:nvSpPr>
        <p:spPr>
          <a:xfrm>
            <a:off x="1107000" y="812520"/>
            <a:ext cx="5345280" cy="4008959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Segnaposto note 2"/>
          <p:cNvSpPr txBox="1">
            <a:spLocks noGrp="1"/>
          </p:cNvSpPr>
          <p:nvPr>
            <p:ph type="body" sz="quarter" idx="3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endParaRPr lang="it-IT"/>
          </a:p>
        </p:txBody>
      </p:sp>
      <p:sp>
        <p:nvSpPr>
          <p:cNvPr id="4" name="Segnaposto intestazione 3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Ctr="0"/>
          <a:lstStyle>
            <a:lvl1pPr lvl="0" rtl="0" hangingPunct="0">
              <a:buNone/>
              <a:tabLst/>
              <a:defRPr lang="it-IT" sz="1400" kern="1200">
                <a:latin typeface="Liberation Serif" pitchFamily="18"/>
                <a:ea typeface="Segoe UI" pitchFamily="2"/>
                <a:cs typeface="Tahoma" pitchFamily="2"/>
              </a:defRPr>
            </a:lvl1pPr>
          </a:lstStyle>
          <a:p>
            <a:pPr lvl="0"/>
            <a:endParaRPr lang="it-IT"/>
          </a:p>
        </p:txBody>
      </p:sp>
      <p:sp>
        <p:nvSpPr>
          <p:cNvPr id="5" name="Segnaposto data 4"/>
          <p:cNvSpPr txBox="1"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Ctr="0"/>
          <a:lstStyle>
            <a:lvl1pPr lvl="0" algn="r" rtl="0" hangingPunct="0">
              <a:buNone/>
              <a:tabLst/>
              <a:defRPr lang="it-IT" sz="1400" kern="1200">
                <a:latin typeface="Liberation Serif" pitchFamily="18"/>
                <a:ea typeface="Segoe UI" pitchFamily="2"/>
                <a:cs typeface="Tahoma" pitchFamily="2"/>
              </a:defRPr>
            </a:lvl1pPr>
          </a:lstStyle>
          <a:p>
            <a:pPr lvl="0"/>
            <a:endParaRPr lang="it-IT"/>
          </a:p>
        </p:txBody>
      </p:sp>
      <p:sp>
        <p:nvSpPr>
          <p:cNvPr id="6" name="Segnaposto piè di pagina 5"/>
          <p:cNvSpPr txBox="1">
            <a:spLocks noGrp="1"/>
          </p:cNvSpPr>
          <p:nvPr>
            <p:ph type="ftr" sz="quarter" idx="4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b" anchorCtr="0"/>
          <a:lstStyle>
            <a:lvl1pPr lvl="0" rtl="0" hangingPunct="0">
              <a:buNone/>
              <a:tabLst/>
              <a:defRPr lang="it-IT" sz="1400" kern="1200">
                <a:latin typeface="Liberation Serif" pitchFamily="18"/>
                <a:ea typeface="Segoe UI" pitchFamily="2"/>
                <a:cs typeface="Tahoma" pitchFamily="2"/>
              </a:defRPr>
            </a:lvl1pPr>
          </a:lstStyle>
          <a:p>
            <a:pPr lvl="0"/>
            <a:endParaRPr lang="it-IT"/>
          </a:p>
        </p:txBody>
      </p:sp>
      <p:sp>
        <p:nvSpPr>
          <p:cNvPr id="7" name="Segnaposto numero diapositiva 6"/>
          <p:cNvSpPr txBox="1">
            <a:spLocks noGrp="1"/>
          </p:cNvSpPr>
          <p:nvPr>
            <p:ph type="sldNum" sz="quarter" idx="5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b" anchorCtr="0"/>
          <a:lstStyle>
            <a:lvl1pPr lvl="0" algn="r" rtl="0" hangingPunct="0">
              <a:buNone/>
              <a:tabLst/>
              <a:defRPr lang="it-IT" sz="1400" kern="1200">
                <a:latin typeface="Liberation Serif" pitchFamily="18"/>
                <a:ea typeface="Segoe UI" pitchFamily="2"/>
                <a:cs typeface="Tahoma" pitchFamily="2"/>
              </a:defRPr>
            </a:lvl1pPr>
          </a:lstStyle>
          <a:p>
            <a:pPr lvl="0"/>
            <a:fld id="{FA811DAD-DDAF-4343-9320-DEC988378A79}" type="slidenum"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398143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216000" marR="0" indent="-216000" rtl="0" hangingPunct="0">
      <a:tabLst/>
      <a:defRPr lang="it-IT" sz="2000" b="0" i="0" u="none" strike="noStrike" kern="1200" cap="none">
        <a:ln>
          <a:noFill/>
        </a:ln>
        <a:latin typeface="Liberation Sans" pitchFamily="18"/>
        <a:ea typeface="Microsoft YaHei" pitchFamily="2"/>
        <a:cs typeface="Arial" pitchFamily="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Segnaposto note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it-IT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Segnaposto note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it-IT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Segnaposto note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it-IT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Segnaposto note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it-IT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Segnaposto note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it-IT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Segnaposto note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it-IT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Segnaposto note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it-IT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755650" y="2347913"/>
            <a:ext cx="8569325" cy="1620837"/>
          </a:xfrm>
        </p:spPr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512888" y="4283075"/>
            <a:ext cx="7056437" cy="1931988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 smtClean="0"/>
              <a:t>Fare clic per modificare lo stile del sottotitolo dello schema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417A6A29-3C30-4016-B1B4-A4AF7F41A47C}" type="slidenum"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596852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2FF84D3B-D3A0-4C12-89B1-BC49EB49E3CA}" type="slidenum"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442982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96925" y="4857750"/>
            <a:ext cx="8567738" cy="15017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96925" y="3203575"/>
            <a:ext cx="8567738" cy="1654175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B379E28-7DD7-4EB7-A72B-FA157687AA20}" type="slidenum"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107932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503238" y="1768475"/>
            <a:ext cx="4459287" cy="43846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5114925" y="1768475"/>
            <a:ext cx="4460875" cy="43846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F1A77BC6-35E8-48AA-B818-A0A061DC3125}" type="slidenum"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607457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504825" y="303213"/>
            <a:ext cx="9072563" cy="1258887"/>
          </a:xfrm>
        </p:spPr>
        <p:txBody>
          <a:bodyPr/>
          <a:lstStyle>
            <a:lvl1pPr>
              <a:defRPr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504825" y="1692275"/>
            <a:ext cx="4452938" cy="7048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504825" y="2397125"/>
            <a:ext cx="4452938" cy="43561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5121275" y="1692275"/>
            <a:ext cx="4456113" cy="7048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5121275" y="2397125"/>
            <a:ext cx="4456113" cy="43561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it-IT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it-IT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4C2B795E-49CA-4ABA-B357-723FF61EFA22}" type="slidenum"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163763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53F51FB3-F09C-4E8B-AB7B-E3184F6067DB}" type="slidenum"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19887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it-IT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C0250F02-3CBD-4562-98D1-E3007191AC0B}" type="slidenum"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085051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504825" y="301625"/>
            <a:ext cx="3316288" cy="127952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941763" y="301625"/>
            <a:ext cx="5635625" cy="64516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504825" y="1581150"/>
            <a:ext cx="3316288" cy="51720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23C5F008-2378-4698-93DA-CF876F2B5898}" type="slidenum"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172647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976438" y="5291138"/>
            <a:ext cx="6048375" cy="62547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976438" y="674688"/>
            <a:ext cx="6048375" cy="453707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976438" y="5916613"/>
            <a:ext cx="6048375" cy="88741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C8A4AAA9-40AB-4D3A-81A7-EB9A2EBAC2B6}" type="slidenum"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348154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D2F0EC5E-0A21-488A-B9AC-42F58878CAAA}" type="slidenum"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973736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7308850" y="301625"/>
            <a:ext cx="2266950" cy="5851525"/>
          </a:xfrm>
        </p:spPr>
        <p:txBody>
          <a:bodyPr vert="eaVert"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503238" y="301625"/>
            <a:ext cx="6653212" cy="5851525"/>
          </a:xfrm>
        </p:spPr>
        <p:txBody>
          <a:bodyPr vert="eaVert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C6F1C003-8980-4863-AC6E-3E07582A717E}" type="slidenum"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471626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729FCF"/>
            </a:gs>
            <a:gs pos="100000">
              <a:srgbClr val="204A87"/>
            </a:gs>
          </a:gsLst>
          <a:lin ang="36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 txBox="1">
            <a:spLocks noGrp="1"/>
          </p:cNvSpPr>
          <p:nvPr>
            <p:ph type="title"/>
          </p:nvPr>
        </p:nvSpPr>
        <p:spPr>
          <a:xfrm>
            <a:off x="503999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endParaRPr lang="it-IT"/>
          </a:p>
        </p:txBody>
      </p:sp>
      <p:sp>
        <p:nvSpPr>
          <p:cNvPr id="3" name="Segnaposto testo 2"/>
          <p:cNvSpPr txBox="1">
            <a:spLocks noGrp="1"/>
          </p:cNvSpPr>
          <p:nvPr>
            <p:ph type="body" idx="1"/>
          </p:nvPr>
        </p:nvSpPr>
        <p:spPr>
          <a:xfrm>
            <a:off x="503999" y="1769040"/>
            <a:ext cx="9071640" cy="43844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defPPr marL="432000" lvl="0" indent="-32400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None/>
              <a:defRPr lang="it-IT" sz="3200" b="0" i="0" u="none" strike="noStrike" kern="1200" cap="none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defRPr>
            </a:defPPr>
            <a:lvl1pPr marL="432000" lvl="0" indent="-32400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Char char="●"/>
              <a:defRPr lang="it-IT" sz="3200" b="0" i="0" u="none" strike="noStrike" kern="1200" cap="none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defRPr>
            </a:lvl1pPr>
            <a:lvl2pPr marL="864000" lvl="1" indent="-324000">
              <a:spcBef>
                <a:spcPts val="0"/>
              </a:spcBef>
              <a:spcAft>
                <a:spcPts val="1134"/>
              </a:spcAft>
              <a:buSzPct val="75000"/>
              <a:buFont typeface="StarSymbol"/>
              <a:buChar char="–"/>
              <a:defRPr lang="it-IT" sz="2800" b="0" i="0" u="none" strike="noStrike" kern="1200" cap="none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defRPr>
            </a:lvl2pPr>
            <a:lvl3pPr marL="1295999" lvl="2" indent="-288000">
              <a:spcBef>
                <a:spcPts val="0"/>
              </a:spcBef>
              <a:spcAft>
                <a:spcPts val="850"/>
              </a:spcAft>
              <a:buSzPct val="45000"/>
              <a:buFont typeface="StarSymbol"/>
              <a:buChar char="●"/>
              <a:defRPr lang="it-IT" sz="2400" b="0" i="0" u="none" strike="noStrike" kern="1200" cap="none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defRPr>
            </a:lvl3pPr>
            <a:lvl4pPr marL="1728000" lvl="3" indent="-216000">
              <a:spcBef>
                <a:spcPts val="0"/>
              </a:spcBef>
              <a:spcAft>
                <a:spcPts val="567"/>
              </a:spcAft>
              <a:buSzPct val="75000"/>
              <a:buFont typeface="StarSymbol"/>
              <a:buChar char="–"/>
              <a:defRPr lang="it-IT" sz="2000" b="0" i="0" u="none" strike="noStrike" kern="1200" cap="none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defRPr>
            </a:lvl4pPr>
            <a:lvl5pPr marL="2160000" lvl="4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it-IT" sz="2000" b="0" i="0" u="none" strike="noStrike" kern="1200" cap="none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defRPr>
            </a:lvl5pPr>
            <a:lvl6pPr marL="2592000" lvl="5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it-IT" sz="2000" b="0" i="0" u="none" strike="noStrike" kern="1200" cap="none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defRPr>
            </a:lvl6pPr>
            <a:lvl7pPr marL="3024000" lvl="6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it-IT" sz="2000" b="0" i="0" u="none" strike="noStrike" kern="1200" cap="none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defRPr>
            </a:lvl7pPr>
            <a:lvl8pPr marL="3456000" lvl="7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it-IT" sz="2000" b="0" i="0" u="none" strike="noStrike" kern="1200" cap="none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defRPr>
            </a:lvl8pPr>
            <a:lvl9pPr marL="3887999" lvl="8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it-IT" sz="2000" b="0" i="0" u="none" strike="noStrike" kern="1200" cap="none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defRPr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 txBox="1">
            <a:spLocks noGrp="1"/>
          </p:cNvSpPr>
          <p:nvPr>
            <p:ph type="dt" sz="half" idx="2"/>
          </p:nvPr>
        </p:nvSpPr>
        <p:spPr>
          <a:xfrm>
            <a:off x="503999" y="6887160"/>
            <a:ext cx="2348280" cy="5212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Ctr="0"/>
          <a:lstStyle>
            <a:lvl1pPr lvl="0" rtl="0" hangingPunct="0">
              <a:buNone/>
              <a:tabLst/>
              <a:defRPr lang="it-IT" sz="1400" kern="1200">
                <a:latin typeface="Liberation Serif" pitchFamily="18"/>
                <a:ea typeface="Segoe UI" pitchFamily="2"/>
                <a:cs typeface="Tahoma" pitchFamily="2"/>
              </a:defRPr>
            </a:lvl1pPr>
          </a:lstStyle>
          <a:p>
            <a:pPr lvl="0"/>
            <a:endParaRPr lang="it-IT"/>
          </a:p>
        </p:txBody>
      </p:sp>
      <p:sp>
        <p:nvSpPr>
          <p:cNvPr id="5" name="Segnaposto piè di pagina 4"/>
          <p:cNvSpPr txBox="1">
            <a:spLocks noGrp="1"/>
          </p:cNvSpPr>
          <p:nvPr>
            <p:ph type="ftr" sz="quarter" idx="3"/>
          </p:nvPr>
        </p:nvSpPr>
        <p:spPr>
          <a:xfrm>
            <a:off x="3447360" y="6887160"/>
            <a:ext cx="3195000" cy="5212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Ctr="0"/>
          <a:lstStyle>
            <a:lvl1pPr lvl="0" algn="ctr" rtl="0" hangingPunct="0">
              <a:buNone/>
              <a:tabLst/>
              <a:defRPr lang="it-IT" sz="1400" kern="1200">
                <a:latin typeface="Liberation Serif" pitchFamily="18"/>
                <a:ea typeface="Segoe UI" pitchFamily="2"/>
                <a:cs typeface="Tahoma" pitchFamily="2"/>
              </a:defRPr>
            </a:lvl1pPr>
          </a:lstStyle>
          <a:p>
            <a:pPr lvl="0"/>
            <a:endParaRPr lang="it-IT"/>
          </a:p>
        </p:txBody>
      </p:sp>
      <p:sp>
        <p:nvSpPr>
          <p:cNvPr id="6" name="Segnaposto numero diapositiva 5"/>
          <p:cNvSpPr txBox="1">
            <a:spLocks noGrp="1"/>
          </p:cNvSpPr>
          <p:nvPr>
            <p:ph type="sldNum" sz="quarter" idx="4"/>
          </p:nvPr>
        </p:nvSpPr>
        <p:spPr>
          <a:xfrm>
            <a:off x="7227360" y="6887160"/>
            <a:ext cx="2348280" cy="5212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Ctr="0"/>
          <a:lstStyle>
            <a:lvl1pPr lvl="0" algn="r" rtl="0" hangingPunct="0">
              <a:buNone/>
              <a:tabLst/>
              <a:defRPr lang="it-IT" sz="1400" kern="1200">
                <a:latin typeface="Liberation Serif" pitchFamily="18"/>
                <a:ea typeface="Segoe UI" pitchFamily="2"/>
                <a:cs typeface="Tahoma" pitchFamily="2"/>
              </a:defRPr>
            </a:lvl1pPr>
          </a:lstStyle>
          <a:p>
            <a:pPr lvl="0"/>
            <a:fld id="{1A380093-87BA-40D8-A342-0E2426BE32B5}" type="slidenum">
              <a:t>‹N›</a:t>
            </a:fld>
            <a:endParaRPr 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xStyles>
    <p:titleStyle>
      <a:lvl1pPr algn="ctr" rtl="0" hangingPunct="0">
        <a:tabLst/>
        <a:defRPr lang="it-IT" sz="4400" b="0" i="0" u="none" strike="noStrike" kern="1200" cap="none">
          <a:ln>
            <a:noFill/>
          </a:ln>
          <a:latin typeface="Liberation Sans" pitchFamily="18"/>
          <a:ea typeface="Microsoft YaHei" pitchFamily="2"/>
          <a:cs typeface="Arial" pitchFamily="2"/>
        </a:defRPr>
      </a:lvl1pPr>
    </p:titleStyle>
    <p:bodyStyle>
      <a:lvl1pPr rtl="0" hangingPunct="0">
        <a:spcBef>
          <a:spcPts val="0"/>
        </a:spcBef>
        <a:spcAft>
          <a:spcPts val="1417"/>
        </a:spcAft>
        <a:tabLst/>
        <a:defRPr lang="it-IT" sz="3200" b="0" i="0" u="none" strike="noStrike" kern="1200" cap="none">
          <a:ln>
            <a:noFill/>
          </a:ln>
          <a:latin typeface="Liberation Sans" pitchFamily="18"/>
          <a:ea typeface="Microsoft YaHei" pitchFamily="2"/>
          <a:cs typeface="Arial" pitchFamily="2"/>
        </a:defRPr>
      </a:lvl1pPr>
    </p:bodyStyle>
    <p:otherStyle/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/>
          <p:cNvSpPr txBox="1"/>
          <p:nvPr/>
        </p:nvSpPr>
        <p:spPr>
          <a:xfrm>
            <a:off x="102573" y="1886760"/>
            <a:ext cx="9802854" cy="1388606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it-IT" sz="88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rPr>
              <a:t>Il Signor presto verrà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/>
          <p:cNvSpPr txBox="1"/>
          <p:nvPr/>
        </p:nvSpPr>
        <p:spPr>
          <a:xfrm>
            <a:off x="-2539" y="1043533"/>
            <a:ext cx="10080624" cy="5281787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it-IT" sz="88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rPr>
              <a:t>Presto il Signor</a:t>
            </a:r>
          </a:p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it-IT" sz="88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rPr>
              <a:t>Tra le nuvole verrà</a:t>
            </a:r>
          </a:p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it-IT" sz="88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rPr>
              <a:t>Con potenza e amor</a:t>
            </a:r>
          </a:p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it-IT" sz="88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rPr>
              <a:t>Tutto lui conquisterà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/>
          <p:cNvSpPr txBox="1"/>
          <p:nvPr/>
        </p:nvSpPr>
        <p:spPr>
          <a:xfrm>
            <a:off x="1223489" y="1187549"/>
            <a:ext cx="7561022" cy="4809863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it-IT" sz="80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rPr>
              <a:t>Si lo vedo già</a:t>
            </a:r>
          </a:p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it-IT" sz="80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rPr>
              <a:t>Su di tutti regnerà</a:t>
            </a:r>
          </a:p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it-IT" sz="80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rPr>
              <a:t>Alleluia, alleluia</a:t>
            </a:r>
          </a:p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it-IT" sz="80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rPr>
              <a:t>Su di tutti regnerà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/>
          <p:cNvSpPr txBox="1"/>
          <p:nvPr/>
        </p:nvSpPr>
        <p:spPr>
          <a:xfrm>
            <a:off x="-721" y="1043533"/>
            <a:ext cx="10080625" cy="4809863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it-IT" sz="80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rPr>
              <a:t>Sulla nuova terra</a:t>
            </a:r>
          </a:p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it-IT" sz="80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rPr>
              <a:t>Mai nessuno piangerà</a:t>
            </a:r>
          </a:p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it-IT" sz="80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rPr>
              <a:t>Perché il Signor</a:t>
            </a:r>
          </a:p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it-IT" sz="80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rPr>
              <a:t>Con amor ci guiderà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/>
          <p:cNvSpPr txBox="1"/>
          <p:nvPr/>
        </p:nvSpPr>
        <p:spPr>
          <a:xfrm>
            <a:off x="-1" y="1115541"/>
            <a:ext cx="10080625" cy="4809863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it-IT" sz="80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rPr>
              <a:t>La vita con potenza</a:t>
            </a:r>
          </a:p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it-IT" sz="80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rPr>
              <a:t>Dalla tomba uscirà</a:t>
            </a:r>
          </a:p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it-IT" sz="80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rPr>
              <a:t>Alleluia, alleluia</a:t>
            </a:r>
          </a:p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it-IT" sz="80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rPr>
              <a:t>Dalla tomba uscirà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/>
          <p:cNvSpPr txBox="1"/>
          <p:nvPr/>
        </p:nvSpPr>
        <p:spPr>
          <a:xfrm>
            <a:off x="742813" y="1115541"/>
            <a:ext cx="8522375" cy="4809863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it-IT" sz="8000" b="0" i="0" u="none" strike="noStrike" kern="1200" cap="none" dirty="0" err="1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rPr>
              <a:t>Dolor</a:t>
            </a:r>
            <a:r>
              <a:rPr lang="it-IT" sz="80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rPr>
              <a:t> non ci sarà</a:t>
            </a:r>
          </a:p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it-IT" sz="80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rPr>
              <a:t>Per tutta l'eternità</a:t>
            </a:r>
          </a:p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it-IT" sz="80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rPr>
              <a:t>Natura gioirà</a:t>
            </a:r>
          </a:p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it-IT" sz="80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rPr>
              <a:t>Tutto splendido sarà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/>
          <p:cNvSpPr txBox="1"/>
          <p:nvPr/>
        </p:nvSpPr>
        <p:spPr>
          <a:xfrm>
            <a:off x="-2" y="395461"/>
            <a:ext cx="10080625" cy="598961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5400"/>
            </a:pPr>
            <a:r>
              <a:rPr lang="it-IT" sz="80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rPr>
              <a:t>Tutto nuovo è</a:t>
            </a:r>
          </a:p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5400"/>
            </a:pPr>
            <a:r>
              <a:rPr lang="it-IT" sz="80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rPr>
              <a:t>Il mio canto allor sarà</a:t>
            </a:r>
          </a:p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5400"/>
            </a:pPr>
            <a:r>
              <a:rPr lang="it-IT" sz="80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rPr>
              <a:t>Alleluia, alleluia</a:t>
            </a:r>
          </a:p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5400"/>
            </a:pPr>
            <a:r>
              <a:rPr lang="it-IT" sz="80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rPr>
              <a:t>Il Signor presto verrà</a:t>
            </a:r>
          </a:p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5400"/>
            </a:pPr>
            <a:r>
              <a:rPr lang="it-IT" sz="80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rPr>
              <a:t>X2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Predefinito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87</Words>
  <Application>Microsoft Office PowerPoint</Application>
  <PresentationFormat>Presentazione su schermo (4:3)</PresentationFormat>
  <Paragraphs>26</Paragraphs>
  <Slides>7</Slides>
  <Notes>7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Titoli diapositive</vt:lpstr>
      </vt:variant>
      <vt:variant>
        <vt:i4>7</vt:i4>
      </vt:variant>
    </vt:vector>
  </HeadingPairs>
  <TitlesOfParts>
    <vt:vector size="8" baseType="lpstr">
      <vt:lpstr>Predefinito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Gruppo Olgiate Merate</dc:creator>
  <cp:lastModifiedBy>GRUPPO MERATE</cp:lastModifiedBy>
  <cp:revision>3</cp:revision>
  <dcterms:created xsi:type="dcterms:W3CDTF">2015-12-31T14:53:17Z</dcterms:created>
  <dcterms:modified xsi:type="dcterms:W3CDTF">2015-12-31T16:03:45Z</dcterms:modified>
</cp:coreProperties>
</file>