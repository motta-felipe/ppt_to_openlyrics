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4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CCFF"/>
            </a:gs>
            <a:gs pos="17999">
              <a:srgbClr val="99CCFF"/>
            </a:gs>
            <a:gs pos="36000">
              <a:srgbClr val="9966FF"/>
            </a:gs>
            <a:gs pos="62000">
              <a:srgbClr val="99CC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28/09/2013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3568" y="2780928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it-IT" sz="184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</a:t>
            </a:r>
            <a:br>
              <a:rPr lang="it-IT" sz="18400" b="0" i="1" dirty="0" smtClean="0">
                <a:solidFill>
                  <a:srgbClr val="002060"/>
                </a:solidFill>
                <a:latin typeface="Berlin Sans FB Demi" pitchFamily="34" charset="0"/>
              </a:rPr>
            </a:br>
            <a:endParaRPr lang="it-IT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3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332656"/>
            <a:ext cx="8363272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Cerco nel mio mondo</a:t>
            </a:r>
          </a:p>
          <a:p>
            <a:pPr marL="0" indent="0" algn="ctr">
              <a:buNone/>
            </a:pP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Il coraggio di specchiarmi</a:t>
            </a:r>
          </a:p>
          <a:p>
            <a:pPr marL="0" indent="0" algn="ctr">
              <a:buNone/>
            </a:pP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Cancellare ogni difetto</a:t>
            </a:r>
          </a:p>
          <a:p>
            <a:pPr marL="0" indent="0" algn="ctr">
              <a:buNone/>
            </a:pP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Apparire a tutti perfetto</a:t>
            </a:r>
          </a:p>
          <a:p>
            <a:pPr marL="0" indent="0" algn="ctr">
              <a:buNone/>
            </a:pP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E se cerchi in me l’amico</a:t>
            </a:r>
          </a:p>
          <a:p>
            <a:pPr marL="0" indent="0" algn="ctr">
              <a:buNone/>
            </a:pP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Il più grande e vero amico</a:t>
            </a:r>
            <a:endParaRPr lang="it-IT" sz="54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39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260648"/>
            <a:ext cx="8363272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400" b="0" i="1" dirty="0" smtClean="0">
                <a:solidFill>
                  <a:srgbClr val="002060"/>
                </a:solidFill>
                <a:latin typeface="Berlin Sans FB Demi" pitchFamily="34" charset="0"/>
              </a:rPr>
              <a:t>Ricorda che son speciale</a:t>
            </a:r>
          </a:p>
          <a:p>
            <a:pPr marL="0" indent="0" algn="ctr">
              <a:buNone/>
            </a:pPr>
            <a:r>
              <a:rPr lang="it-IT" sz="6400" b="0" i="1" dirty="0" smtClean="0">
                <a:solidFill>
                  <a:srgbClr val="002060"/>
                </a:solidFill>
                <a:latin typeface="Berlin Sans FB Demi" pitchFamily="34" charset="0"/>
              </a:rPr>
              <a:t>Perché son figlio di Dio</a:t>
            </a:r>
          </a:p>
          <a:p>
            <a:pPr marL="0" indent="0" algn="ctr">
              <a:buNone/>
            </a:pPr>
            <a:r>
              <a:rPr lang="it-IT" sz="6400" b="0" i="1" dirty="0" smtClean="0">
                <a:solidFill>
                  <a:srgbClr val="002060"/>
                </a:solidFill>
                <a:latin typeface="Berlin Sans FB Demi" pitchFamily="34" charset="0"/>
              </a:rPr>
              <a:t>Il mio migliore amico </a:t>
            </a:r>
          </a:p>
          <a:p>
            <a:pPr marL="0" indent="0" algn="ctr">
              <a:buNone/>
            </a:pPr>
            <a:r>
              <a:rPr lang="it-IT" sz="6400" b="0" i="1" dirty="0" smtClean="0">
                <a:solidFill>
                  <a:srgbClr val="002060"/>
                </a:solidFill>
                <a:latin typeface="Berlin Sans FB Demi" pitchFamily="34" charset="0"/>
              </a:rPr>
              <a:t>Il mio migliore amico</a:t>
            </a:r>
            <a:endParaRPr lang="it-IT" sz="64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2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332656"/>
            <a:ext cx="829126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 che mi guardi dentro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 che tocchi l’anima mia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 che mi parli al cuore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 che ascolti la voce mia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tu-</a:t>
            </a:r>
            <a:r>
              <a:rPr lang="it-IT" sz="5200" b="0" i="1" dirty="0" err="1" smtClean="0">
                <a:solidFill>
                  <a:srgbClr val="002060"/>
                </a:solidFill>
                <a:latin typeface="Berlin Sans FB Demi" pitchFamily="34" charset="0"/>
              </a:rPr>
              <a:t>uuuuu</a:t>
            </a:r>
            <a:endParaRPr lang="it-IT" sz="52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88640"/>
            <a:ext cx="8424936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Cerco nel tuo mondo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Quella forza di cambiare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Una taglia un colore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Ma ogni fiore ha il suo odore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E se cerco in te l’amico</a:t>
            </a:r>
          </a:p>
          <a:p>
            <a:pPr marL="0" indent="0" algn="ctr">
              <a:buNone/>
            </a:pPr>
            <a:r>
              <a:rPr lang="it-IT" sz="5200" b="0" i="1" dirty="0" smtClean="0">
                <a:solidFill>
                  <a:srgbClr val="002060"/>
                </a:solidFill>
                <a:latin typeface="Berlin Sans FB Demi" pitchFamily="34" charset="0"/>
              </a:rPr>
              <a:t>Il più grande e vero amico</a:t>
            </a:r>
            <a:endParaRPr lang="it-IT" sz="52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75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332656"/>
            <a:ext cx="8363272" cy="57935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600" b="0" i="1" dirty="0" smtClean="0">
                <a:solidFill>
                  <a:srgbClr val="002060"/>
                </a:solidFill>
                <a:latin typeface="Berlin Sans FB Demi" pitchFamily="34" charset="0"/>
              </a:rPr>
              <a:t>Ti dico che sei speciale</a:t>
            </a:r>
          </a:p>
          <a:p>
            <a:pPr marL="0" indent="0" algn="ctr">
              <a:buNone/>
            </a:pPr>
            <a:r>
              <a:rPr lang="it-IT" sz="6600" b="0" i="1" dirty="0" smtClean="0">
                <a:solidFill>
                  <a:srgbClr val="002060"/>
                </a:solidFill>
                <a:latin typeface="Berlin Sans FB Demi" pitchFamily="34" charset="0"/>
              </a:rPr>
              <a:t>Perché sei figlio di Dio</a:t>
            </a:r>
          </a:p>
          <a:p>
            <a:pPr marL="0" indent="0" algn="ctr">
              <a:buNone/>
            </a:pPr>
            <a:r>
              <a:rPr lang="it-IT" sz="6600" b="0" i="1" dirty="0" smtClean="0">
                <a:solidFill>
                  <a:srgbClr val="002060"/>
                </a:solidFill>
                <a:latin typeface="Berlin Sans FB Demi" pitchFamily="34" charset="0"/>
              </a:rPr>
              <a:t>Il mio migliore amico </a:t>
            </a:r>
          </a:p>
          <a:p>
            <a:pPr marL="0" indent="0" algn="ctr">
              <a:buNone/>
            </a:pPr>
            <a:r>
              <a:rPr lang="it-IT" sz="6600" b="0" i="1" dirty="0" smtClean="0">
                <a:solidFill>
                  <a:srgbClr val="002060"/>
                </a:solidFill>
                <a:latin typeface="Berlin Sans FB Demi" pitchFamily="34" charset="0"/>
              </a:rPr>
              <a:t>Il mio migliore amico</a:t>
            </a:r>
            <a:endParaRPr lang="it-IT" sz="66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10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260648"/>
            <a:ext cx="8640960" cy="619268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mi guardi dentro</a:t>
            </a:r>
          </a:p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tocchi l’anima mia</a:t>
            </a:r>
          </a:p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mi parli al cuore</a:t>
            </a:r>
          </a:p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ascolti la voce </a:t>
            </a: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mia </a:t>
            </a:r>
            <a:endParaRPr lang="it-IT" sz="5400" i="1" dirty="0">
              <a:solidFill>
                <a:srgbClr val="002060"/>
              </a:solidFill>
              <a:latin typeface="Berlin Sans FB Demi" pitchFamily="34" charset="0"/>
            </a:endParaRPr>
          </a:p>
          <a:p>
            <a:pPr marL="0" lvl="0" indent="0" algn="ctr">
              <a:buNone/>
            </a:pP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tu-</a:t>
            </a:r>
            <a:r>
              <a:rPr lang="it-IT" sz="5400" b="0" i="1" dirty="0" err="1" smtClean="0">
                <a:solidFill>
                  <a:srgbClr val="002060"/>
                </a:solidFill>
                <a:latin typeface="Berlin Sans FB Demi" pitchFamily="34" charset="0"/>
              </a:rPr>
              <a:t>uuu</a:t>
            </a:r>
            <a:endParaRPr lang="it-IT" sz="5400" b="0" i="1" dirty="0">
              <a:solidFill>
                <a:srgbClr val="002060"/>
              </a:solidFill>
              <a:latin typeface="Berlin Sans FB Demi" pitchFamily="34" charset="0"/>
            </a:endParaRPr>
          </a:p>
          <a:p>
            <a:pPr marL="0" indent="0" algn="ctr">
              <a:buNone/>
            </a:pPr>
            <a:endParaRPr lang="it-IT" sz="54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46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260648"/>
            <a:ext cx="8640960" cy="619268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mi guardi dentro</a:t>
            </a:r>
          </a:p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tocchi l’anima mia</a:t>
            </a:r>
          </a:p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mi parli al cuore</a:t>
            </a:r>
          </a:p>
          <a:p>
            <a:pPr marL="0" lvl="0" indent="0" algn="ctr">
              <a:buNone/>
            </a:pPr>
            <a:r>
              <a:rPr lang="it-IT" sz="5400" b="0" i="1" dirty="0">
                <a:solidFill>
                  <a:srgbClr val="002060"/>
                </a:solidFill>
                <a:latin typeface="Berlin Sans FB Demi" pitchFamily="34" charset="0"/>
              </a:rPr>
              <a:t>Sei tu che ascolti la voce </a:t>
            </a:r>
            <a:r>
              <a:rPr lang="it-IT" sz="5400" b="0" i="1" dirty="0" smtClean="0">
                <a:solidFill>
                  <a:srgbClr val="002060"/>
                </a:solidFill>
                <a:latin typeface="Berlin Sans FB Demi" pitchFamily="34" charset="0"/>
              </a:rPr>
              <a:t>mia </a:t>
            </a:r>
            <a:endParaRPr lang="it-IT" sz="5400" b="0" i="1" dirty="0">
              <a:solidFill>
                <a:srgbClr val="002060"/>
              </a:solidFill>
              <a:latin typeface="Berlin Sans FB Demi" pitchFamily="34" charset="0"/>
            </a:endParaRPr>
          </a:p>
          <a:p>
            <a:pPr marL="0" indent="0" algn="ctr">
              <a:buNone/>
            </a:pPr>
            <a:endParaRPr lang="it-IT" sz="54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0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692696"/>
            <a:ext cx="8363272" cy="54334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96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</a:t>
            </a:r>
          </a:p>
          <a:p>
            <a:pPr marL="0" indent="0" algn="ctr">
              <a:buNone/>
            </a:pPr>
            <a:r>
              <a:rPr lang="it-IT" sz="96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</a:t>
            </a:r>
          </a:p>
          <a:p>
            <a:pPr marL="0" indent="0" algn="ctr">
              <a:buNone/>
            </a:pPr>
            <a:r>
              <a:rPr lang="it-IT" sz="9600" b="0" i="1" dirty="0" smtClean="0">
                <a:solidFill>
                  <a:srgbClr val="002060"/>
                </a:solidFill>
                <a:latin typeface="Berlin Sans FB Demi" pitchFamily="34" charset="0"/>
              </a:rPr>
              <a:t>Sei tu</a:t>
            </a:r>
            <a:endParaRPr lang="it-IT" sz="9600" b="0" i="1" dirty="0">
              <a:solidFill>
                <a:srgbClr val="00206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21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183</Words>
  <Application>Microsoft Office PowerPoint</Application>
  <PresentationFormat>Presentazione su schermo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Sei tu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GRUPPO MERATE</cp:lastModifiedBy>
  <cp:revision>7</cp:revision>
  <dcterms:modified xsi:type="dcterms:W3CDTF">2013-09-28T08:46:58Z</dcterms:modified>
</cp:coreProperties>
</file>