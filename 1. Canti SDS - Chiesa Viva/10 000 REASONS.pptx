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22" autoAdjust="0"/>
    <p:restoredTop sz="94660"/>
  </p:normalViewPr>
  <p:slideViewPr>
    <p:cSldViewPr snapToGrid="0">
      <p:cViewPr varScale="1">
        <p:scale>
          <a:sx n="74" d="100"/>
          <a:sy n="74" d="100"/>
        </p:scale>
        <p:origin x="-480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B01B-2612-47D1-8324-82C5CE6659E3}" type="datetimeFigureOut">
              <a:rPr lang="it-IT" smtClean="0"/>
              <a:t>29/06/2016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0432-71EA-43BA-B2F9-E51248D890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6639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B01B-2612-47D1-8324-82C5CE6659E3}" type="datetimeFigureOut">
              <a:rPr lang="it-IT" smtClean="0"/>
              <a:t>29/06/2016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0432-71EA-43BA-B2F9-E51248D890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50075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B01B-2612-47D1-8324-82C5CE6659E3}" type="datetimeFigureOut">
              <a:rPr lang="it-IT" smtClean="0"/>
              <a:t>29/06/2016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0432-71EA-43BA-B2F9-E51248D890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9606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B01B-2612-47D1-8324-82C5CE6659E3}" type="datetimeFigureOut">
              <a:rPr lang="it-IT" smtClean="0"/>
              <a:t>29/06/2016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0432-71EA-43BA-B2F9-E51248D890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7043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B01B-2612-47D1-8324-82C5CE6659E3}" type="datetimeFigureOut">
              <a:rPr lang="it-IT" smtClean="0"/>
              <a:t>29/06/2016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0432-71EA-43BA-B2F9-E51248D890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8445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B01B-2612-47D1-8324-82C5CE6659E3}" type="datetimeFigureOut">
              <a:rPr lang="it-IT" smtClean="0"/>
              <a:t>29/06/2016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0432-71EA-43BA-B2F9-E51248D890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6688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B01B-2612-47D1-8324-82C5CE6659E3}" type="datetimeFigureOut">
              <a:rPr lang="it-IT" smtClean="0"/>
              <a:t>29/06/2016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0432-71EA-43BA-B2F9-E51248D890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712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B01B-2612-47D1-8324-82C5CE6659E3}" type="datetimeFigureOut">
              <a:rPr lang="it-IT" smtClean="0"/>
              <a:t>29/06/2016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0432-71EA-43BA-B2F9-E51248D890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3611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B01B-2612-47D1-8324-82C5CE6659E3}" type="datetimeFigureOut">
              <a:rPr lang="it-IT" smtClean="0"/>
              <a:t>29/06/2016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0432-71EA-43BA-B2F9-E51248D890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5317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B01B-2612-47D1-8324-82C5CE6659E3}" type="datetimeFigureOut">
              <a:rPr lang="it-IT" smtClean="0"/>
              <a:t>29/06/2016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0432-71EA-43BA-B2F9-E51248D890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080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BB01B-2612-47D1-8324-82C5CE6659E3}" type="datetimeFigureOut">
              <a:rPr lang="it-IT" smtClean="0"/>
              <a:t>29/06/2016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30432-71EA-43BA-B2F9-E51248D890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203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3BB01B-2612-47D1-8324-82C5CE6659E3}" type="datetimeFigureOut">
              <a:rPr lang="it-IT" smtClean="0"/>
              <a:t>29/06/2016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30432-71EA-43BA-B2F9-E51248D890F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630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07773" y="2574235"/>
            <a:ext cx="10204174" cy="1630016"/>
          </a:xfrm>
        </p:spPr>
        <p:txBody>
          <a:bodyPr>
            <a:prstTxWarp prst="textArchUp">
              <a:avLst/>
            </a:prstTxWarp>
            <a:noAutofit/>
          </a:bodyPr>
          <a:lstStyle/>
          <a:p>
            <a:r>
              <a:rPr lang="it-IT" sz="11500" dirty="0" smtClean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Gabriola" panose="04040605051002020D02" pitchFamily="82" charset="0"/>
              </a:rPr>
              <a:t>10 000 </a:t>
            </a:r>
            <a:r>
              <a:rPr lang="it-IT" sz="8000" b="1" dirty="0" smtClean="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Gabriola" panose="04040605051002020D02" pitchFamily="82" charset="0"/>
              </a:rPr>
              <a:t>REASONS</a:t>
            </a:r>
            <a:endParaRPr lang="it-IT" sz="7200" b="1" dirty="0"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8632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200025"/>
            <a:ext cx="12192000" cy="60531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600" b="1" dirty="0" smtClean="0">
                <a:latin typeface="Gabriola" panose="04040605051002020D02" pitchFamily="82" charset="0"/>
              </a:rPr>
              <a:t>RIT: Benedici il Signor oh anima mia, adora il nome suo.</a:t>
            </a:r>
          </a:p>
          <a:p>
            <a:pPr marL="0" indent="0" algn="ctr">
              <a:buNone/>
            </a:pPr>
            <a:r>
              <a:rPr lang="it-IT" sz="6600" b="1" dirty="0" smtClean="0">
                <a:latin typeface="Gabriola" panose="04040605051002020D02" pitchFamily="82" charset="0"/>
              </a:rPr>
              <a:t>Canta come non hai fatto mai,</a:t>
            </a:r>
          </a:p>
          <a:p>
            <a:pPr marL="0" indent="0" algn="ctr">
              <a:buNone/>
            </a:pPr>
            <a:r>
              <a:rPr lang="it-IT" sz="6600" b="1" dirty="0" smtClean="0">
                <a:latin typeface="Gabriola" panose="04040605051002020D02" pitchFamily="82" charset="0"/>
              </a:rPr>
              <a:t>Il Tuo nome adorerò.</a:t>
            </a:r>
            <a:endParaRPr lang="it-IT" sz="6600" b="1" dirty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26234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09330"/>
            <a:ext cx="12192000" cy="468133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800" b="1" dirty="0" smtClean="0">
                <a:latin typeface="Gabriola" panose="04040605051002020D02" pitchFamily="82" charset="0"/>
              </a:rPr>
              <a:t>È un nuovo dì, sta sorgendo il Sole.</a:t>
            </a:r>
          </a:p>
          <a:p>
            <a:pPr marL="0" indent="0" algn="ctr">
              <a:buNone/>
            </a:pPr>
            <a:r>
              <a:rPr lang="it-IT" sz="6800" b="1" dirty="0" smtClean="0">
                <a:latin typeface="Gabriola" panose="04040605051002020D02" pitchFamily="82" charset="0"/>
              </a:rPr>
              <a:t>È tempo di cantare a Te!</a:t>
            </a:r>
          </a:p>
          <a:p>
            <a:pPr marL="0" indent="0" algn="ctr">
              <a:buNone/>
            </a:pPr>
            <a:r>
              <a:rPr lang="it-IT" sz="6800" b="1" dirty="0" smtClean="0">
                <a:latin typeface="Gabriola" panose="04040605051002020D02" pitchFamily="82" charset="0"/>
              </a:rPr>
              <a:t>Qualcosa andrà via e qualcosa avrò davanti,</a:t>
            </a:r>
          </a:p>
          <a:p>
            <a:pPr marL="0" indent="0" algn="ctr">
              <a:buNone/>
            </a:pPr>
            <a:r>
              <a:rPr lang="it-IT" sz="6800" b="1" dirty="0" smtClean="0">
                <a:latin typeface="Gabriola" panose="04040605051002020D02" pitchFamily="82" charset="0"/>
              </a:rPr>
              <a:t>Ma fino a sera ancora canterò.</a:t>
            </a:r>
            <a:endParaRPr lang="it-IT" sz="6800" b="1" dirty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1626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9574" y="0"/>
            <a:ext cx="12122426" cy="6176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7200" b="1" dirty="0" smtClean="0">
                <a:effectLst/>
                <a:latin typeface="Gabriola" panose="04040605051002020D02" pitchFamily="82" charset="0"/>
              </a:rPr>
              <a:t>RIT: Bendecid al Señor alma mía, </a:t>
            </a:r>
          </a:p>
          <a:p>
            <a:pPr marL="0" indent="0" algn="ctr">
              <a:buNone/>
            </a:pPr>
            <a:r>
              <a:rPr lang="es-ES" sz="7200" b="1" dirty="0" smtClean="0">
                <a:effectLst/>
                <a:latin typeface="Gabriola" panose="04040605051002020D02" pitchFamily="82" charset="0"/>
              </a:rPr>
              <a:t>tu nombre santo alabar.</a:t>
            </a:r>
            <a:br>
              <a:rPr lang="es-ES" sz="7200" b="1" dirty="0" smtClean="0">
                <a:effectLst/>
                <a:latin typeface="Gabriola" panose="04040605051002020D02" pitchFamily="82" charset="0"/>
              </a:rPr>
            </a:br>
            <a:r>
              <a:rPr lang="es-ES" sz="7200" b="1" dirty="0" smtClean="0">
                <a:effectLst/>
                <a:latin typeface="Gabriola" panose="04040605051002020D02" pitchFamily="82" charset="0"/>
              </a:rPr>
              <a:t>Canta como nunca o mi alma, </a:t>
            </a:r>
          </a:p>
          <a:p>
            <a:pPr marL="0" indent="0" algn="ctr">
              <a:buNone/>
            </a:pPr>
            <a:r>
              <a:rPr lang="es-ES" sz="7200" b="1" dirty="0" smtClean="0">
                <a:latin typeface="Gabriola" panose="04040605051002020D02" pitchFamily="82" charset="0"/>
              </a:rPr>
              <a:t>T</a:t>
            </a:r>
            <a:r>
              <a:rPr lang="es-ES" sz="7200" b="1" dirty="0" smtClean="0">
                <a:effectLst/>
                <a:latin typeface="Gabriola" panose="04040605051002020D02" pitchFamily="82" charset="0"/>
              </a:rPr>
              <a:t>u nombre alabare.</a:t>
            </a:r>
            <a:endParaRPr lang="it-IT" sz="7200" b="1" dirty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67697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129208"/>
            <a:ext cx="12192000" cy="67287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6800" b="1" dirty="0" smtClean="0">
                <a:effectLst/>
                <a:latin typeface="Gabriola" panose="04040605051002020D02" pitchFamily="82" charset="0"/>
              </a:rPr>
              <a:t>Tienes tanto amor y eres tan paciente.</a:t>
            </a:r>
            <a:br>
              <a:rPr lang="es-ES" sz="6800" b="1" dirty="0" smtClean="0">
                <a:effectLst/>
                <a:latin typeface="Gabriola" panose="04040605051002020D02" pitchFamily="82" charset="0"/>
              </a:rPr>
            </a:br>
            <a:r>
              <a:rPr lang="es-ES" sz="6800" b="1" dirty="0" smtClean="0">
                <a:effectLst/>
                <a:latin typeface="Gabriola" panose="04040605051002020D02" pitchFamily="82" charset="0"/>
              </a:rPr>
              <a:t>Tu nombre es grande y tu corazón!</a:t>
            </a:r>
            <a:br>
              <a:rPr lang="es-ES" sz="6800" b="1" dirty="0" smtClean="0">
                <a:effectLst/>
                <a:latin typeface="Gabriola" panose="04040605051002020D02" pitchFamily="82" charset="0"/>
              </a:rPr>
            </a:br>
            <a:r>
              <a:rPr lang="es-ES" sz="6800" b="1" dirty="0" smtClean="0">
                <a:effectLst/>
                <a:latin typeface="Gabriola" panose="04040605051002020D02" pitchFamily="82" charset="0"/>
              </a:rPr>
              <a:t>Porque eres bueno, seguiré cantando,</a:t>
            </a:r>
            <a:r>
              <a:rPr lang="es-ES" sz="6800" b="1" smtClean="0">
                <a:effectLst/>
                <a:latin typeface="Gabriola" panose="04040605051002020D02" pitchFamily="82" charset="0"/>
              </a:rPr>
              <a:t/>
            </a:r>
            <a:br>
              <a:rPr lang="es-ES" sz="6800" b="1" smtClean="0">
                <a:effectLst/>
                <a:latin typeface="Gabriola" panose="04040605051002020D02" pitchFamily="82" charset="0"/>
              </a:rPr>
            </a:br>
            <a:r>
              <a:rPr lang="es-ES" sz="6800" b="1" smtClean="0">
                <a:effectLst/>
                <a:latin typeface="Gabriola" panose="04040605051002020D02" pitchFamily="82" charset="0"/>
              </a:rPr>
              <a:t>10 </a:t>
            </a:r>
            <a:r>
              <a:rPr lang="es-ES" sz="6800" b="1" dirty="0" smtClean="0">
                <a:effectLst/>
                <a:latin typeface="Gabriola" panose="04040605051002020D02" pitchFamily="82" charset="0"/>
              </a:rPr>
              <a:t>000 razones para adorar.</a:t>
            </a:r>
            <a:endParaRPr lang="it-IT" sz="6800" b="1" dirty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5765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238539"/>
            <a:ext cx="12192000" cy="5938424"/>
          </a:xfrm>
        </p:spPr>
        <p:txBody>
          <a:bodyPr/>
          <a:lstStyle/>
          <a:p>
            <a:pPr marL="0" indent="0" algn="ctr">
              <a:buNone/>
            </a:pPr>
            <a:r>
              <a:rPr lang="it-IT" sz="6800" b="1" dirty="0" smtClean="0">
                <a:latin typeface="Gabriola" panose="04040605051002020D02" pitchFamily="82" charset="0"/>
              </a:rPr>
              <a:t>RIT: </a:t>
            </a:r>
            <a:r>
              <a:rPr lang="en-US" sz="6800" b="1" dirty="0">
                <a:latin typeface="Gabriola" panose="04040605051002020D02" pitchFamily="82" charset="0"/>
              </a:rPr>
              <a:t>Bless the Lord oh my </a:t>
            </a:r>
            <a:r>
              <a:rPr lang="en-US" sz="6800" b="1" dirty="0" smtClean="0">
                <a:latin typeface="Gabriola" panose="04040605051002020D02" pitchFamily="82" charset="0"/>
              </a:rPr>
              <a:t>soul, oh my soul.</a:t>
            </a:r>
            <a:r>
              <a:rPr lang="en-US" sz="6800" b="1" dirty="0">
                <a:latin typeface="Gabriola" panose="04040605051002020D02" pitchFamily="82" charset="0"/>
              </a:rPr>
              <a:t/>
            </a:r>
            <a:br>
              <a:rPr lang="en-US" sz="6800" b="1" dirty="0">
                <a:latin typeface="Gabriola" panose="04040605051002020D02" pitchFamily="82" charset="0"/>
              </a:rPr>
            </a:br>
            <a:r>
              <a:rPr lang="en-US" sz="6800" b="1" dirty="0">
                <a:latin typeface="Gabriola" panose="04040605051002020D02" pitchFamily="82" charset="0"/>
              </a:rPr>
              <a:t>Worship His </a:t>
            </a:r>
            <a:r>
              <a:rPr lang="en-US" sz="6800" b="1" dirty="0" smtClean="0">
                <a:latin typeface="Gabriola" panose="04040605051002020D02" pitchFamily="82" charset="0"/>
              </a:rPr>
              <a:t>holy name,</a:t>
            </a:r>
            <a:r>
              <a:rPr lang="en-US" sz="6800" b="1" dirty="0">
                <a:latin typeface="Gabriola" panose="04040605051002020D02" pitchFamily="82" charset="0"/>
              </a:rPr>
              <a:t/>
            </a:r>
            <a:br>
              <a:rPr lang="en-US" sz="6800" b="1" dirty="0">
                <a:latin typeface="Gabriola" panose="04040605051002020D02" pitchFamily="82" charset="0"/>
              </a:rPr>
            </a:br>
            <a:r>
              <a:rPr lang="en-US" sz="6800" b="1" dirty="0">
                <a:latin typeface="Gabriola" panose="04040605051002020D02" pitchFamily="82" charset="0"/>
              </a:rPr>
              <a:t>Sing like never </a:t>
            </a:r>
            <a:r>
              <a:rPr lang="en-US" sz="6800" b="1" dirty="0" smtClean="0">
                <a:latin typeface="Gabriola" panose="04040605051002020D02" pitchFamily="82" charset="0"/>
              </a:rPr>
              <a:t>before, oh </a:t>
            </a:r>
            <a:r>
              <a:rPr lang="en-US" sz="6800" b="1" dirty="0">
                <a:latin typeface="Gabriola" panose="04040605051002020D02" pitchFamily="82" charset="0"/>
              </a:rPr>
              <a:t>my </a:t>
            </a:r>
            <a:r>
              <a:rPr lang="en-US" sz="6800" b="1" dirty="0" smtClean="0">
                <a:latin typeface="Gabriola" panose="04040605051002020D02" pitchFamily="82" charset="0"/>
              </a:rPr>
              <a:t>soul,</a:t>
            </a:r>
            <a:r>
              <a:rPr lang="en-US" sz="6800" b="1" dirty="0">
                <a:latin typeface="Gabriola" panose="04040605051002020D02" pitchFamily="82" charset="0"/>
              </a:rPr>
              <a:t/>
            </a:r>
            <a:br>
              <a:rPr lang="en-US" sz="6800" b="1" dirty="0">
                <a:latin typeface="Gabriola" panose="04040605051002020D02" pitchFamily="82" charset="0"/>
              </a:rPr>
            </a:br>
            <a:r>
              <a:rPr lang="en-US" sz="6800" b="1" dirty="0">
                <a:latin typeface="Gabriola" panose="04040605051002020D02" pitchFamily="82" charset="0"/>
              </a:rPr>
              <a:t>I'll worship Your </a:t>
            </a:r>
            <a:r>
              <a:rPr lang="en-US" sz="6800" b="1" dirty="0" smtClean="0">
                <a:latin typeface="Gabriola" panose="04040605051002020D02" pitchFamily="82" charset="0"/>
              </a:rPr>
              <a:t>holy name.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1016454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238539"/>
            <a:ext cx="12192000" cy="593842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800" b="1" dirty="0">
                <a:latin typeface="Gabriola" panose="04040605051002020D02" pitchFamily="82" charset="0"/>
              </a:rPr>
              <a:t>And on that </a:t>
            </a:r>
            <a:r>
              <a:rPr lang="en-US" sz="6800" b="1" dirty="0" smtClean="0">
                <a:latin typeface="Gabriola" panose="04040605051002020D02" pitchFamily="82" charset="0"/>
              </a:rPr>
              <a:t>day when </a:t>
            </a:r>
            <a:r>
              <a:rPr lang="en-US" sz="6800" b="1" dirty="0">
                <a:latin typeface="Gabriola" panose="04040605051002020D02" pitchFamily="82" charset="0"/>
              </a:rPr>
              <a:t>my strength is </a:t>
            </a:r>
            <a:r>
              <a:rPr lang="en-US" sz="6800" b="1" dirty="0" smtClean="0">
                <a:latin typeface="Gabriola" panose="04040605051002020D02" pitchFamily="82" charset="0"/>
              </a:rPr>
              <a:t>failing,</a:t>
            </a:r>
            <a:r>
              <a:rPr lang="en-US" sz="6800" b="1" dirty="0">
                <a:latin typeface="Gabriola" panose="04040605051002020D02" pitchFamily="82" charset="0"/>
              </a:rPr>
              <a:t/>
            </a:r>
            <a:br>
              <a:rPr lang="en-US" sz="6800" b="1" dirty="0">
                <a:latin typeface="Gabriola" panose="04040605051002020D02" pitchFamily="82" charset="0"/>
              </a:rPr>
            </a:br>
            <a:r>
              <a:rPr lang="en-US" sz="6800" b="1" dirty="0">
                <a:latin typeface="Gabriola" panose="04040605051002020D02" pitchFamily="82" charset="0"/>
              </a:rPr>
              <a:t>The end draws </a:t>
            </a:r>
            <a:r>
              <a:rPr lang="en-US" sz="6800" b="1" dirty="0" smtClean="0">
                <a:latin typeface="Gabriola" panose="04040605051002020D02" pitchFamily="82" charset="0"/>
              </a:rPr>
              <a:t>near and </a:t>
            </a:r>
            <a:r>
              <a:rPr lang="en-US" sz="6800" b="1" dirty="0">
                <a:latin typeface="Gabriola" panose="04040605051002020D02" pitchFamily="82" charset="0"/>
              </a:rPr>
              <a:t>my time has </a:t>
            </a:r>
            <a:r>
              <a:rPr lang="en-US" sz="6800" b="1" dirty="0" smtClean="0">
                <a:latin typeface="Gabriola" panose="04040605051002020D02" pitchFamily="82" charset="0"/>
              </a:rPr>
              <a:t>come!</a:t>
            </a:r>
            <a:r>
              <a:rPr lang="en-US" sz="6800" b="1" dirty="0">
                <a:latin typeface="Gabriola" panose="04040605051002020D02" pitchFamily="82" charset="0"/>
              </a:rPr>
              <a:t/>
            </a:r>
            <a:br>
              <a:rPr lang="en-US" sz="6800" b="1" dirty="0">
                <a:latin typeface="Gabriola" panose="04040605051002020D02" pitchFamily="82" charset="0"/>
              </a:rPr>
            </a:br>
            <a:r>
              <a:rPr lang="en-US" sz="6800" b="1" dirty="0">
                <a:latin typeface="Gabriola" panose="04040605051002020D02" pitchFamily="82" charset="0"/>
              </a:rPr>
              <a:t>Still my soul </a:t>
            </a:r>
            <a:r>
              <a:rPr lang="en-US" sz="6800" b="1" dirty="0" smtClean="0">
                <a:latin typeface="Gabriola" panose="04040605051002020D02" pitchFamily="82" charset="0"/>
              </a:rPr>
              <a:t>will sing </a:t>
            </a:r>
            <a:r>
              <a:rPr lang="en-US" sz="6800" b="1" dirty="0">
                <a:latin typeface="Gabriola" panose="04040605051002020D02" pitchFamily="82" charset="0"/>
              </a:rPr>
              <a:t>Your praise </a:t>
            </a:r>
            <a:r>
              <a:rPr lang="en-US" sz="6800" b="1" dirty="0" smtClean="0">
                <a:latin typeface="Gabriola" panose="04040605051002020D02" pitchFamily="82" charset="0"/>
              </a:rPr>
              <a:t>unending,</a:t>
            </a:r>
            <a:r>
              <a:rPr lang="en-US" sz="6800" b="1" dirty="0">
                <a:latin typeface="Gabriola" panose="04040605051002020D02" pitchFamily="82" charset="0"/>
              </a:rPr>
              <a:t/>
            </a:r>
            <a:br>
              <a:rPr lang="en-US" sz="6800" b="1" dirty="0">
                <a:latin typeface="Gabriola" panose="04040605051002020D02" pitchFamily="82" charset="0"/>
              </a:rPr>
            </a:br>
            <a:r>
              <a:rPr lang="en-US" sz="6800" b="1" dirty="0">
                <a:latin typeface="Gabriola" panose="04040605051002020D02" pitchFamily="82" charset="0"/>
              </a:rPr>
              <a:t>Ten thousand </a:t>
            </a:r>
            <a:r>
              <a:rPr lang="en-US" sz="6800" b="1" dirty="0" smtClean="0">
                <a:latin typeface="Gabriola" panose="04040605051002020D02" pitchFamily="82" charset="0"/>
              </a:rPr>
              <a:t>years </a:t>
            </a:r>
            <a:r>
              <a:rPr lang="en-US" sz="6800" b="1" dirty="0">
                <a:latin typeface="Gabriola" panose="04040605051002020D02" pitchFamily="82" charset="0"/>
              </a:rPr>
              <a:t>a</a:t>
            </a:r>
            <a:r>
              <a:rPr lang="en-US" sz="6800" b="1" dirty="0" smtClean="0">
                <a:latin typeface="Gabriola" panose="04040605051002020D02" pitchFamily="82" charset="0"/>
              </a:rPr>
              <a:t>nd </a:t>
            </a:r>
            <a:r>
              <a:rPr lang="en-US" sz="6800" b="1" dirty="0">
                <a:latin typeface="Gabriola" panose="04040605051002020D02" pitchFamily="82" charset="0"/>
              </a:rPr>
              <a:t>then </a:t>
            </a:r>
            <a:r>
              <a:rPr lang="en-US" sz="6800" b="1" dirty="0" smtClean="0">
                <a:latin typeface="Gabriola" panose="04040605051002020D02" pitchFamily="82" charset="0"/>
              </a:rPr>
              <a:t>forevermore.</a:t>
            </a:r>
            <a:r>
              <a:rPr lang="en-US" sz="6800" dirty="0"/>
              <a:t/>
            </a:r>
            <a:br>
              <a:rPr lang="en-US" sz="6800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73142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200025"/>
            <a:ext cx="12192000" cy="60531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6600" b="1" dirty="0" smtClean="0">
                <a:latin typeface="Gabriola" panose="04040605051002020D02" pitchFamily="82" charset="0"/>
              </a:rPr>
              <a:t>RIT: Benedici il Signor oh anima mia, adora il nome suo.</a:t>
            </a:r>
          </a:p>
          <a:p>
            <a:pPr marL="0" indent="0" algn="ctr">
              <a:buNone/>
            </a:pPr>
            <a:r>
              <a:rPr lang="it-IT" sz="6600" b="1" dirty="0" smtClean="0">
                <a:latin typeface="Gabriola" panose="04040605051002020D02" pitchFamily="82" charset="0"/>
              </a:rPr>
              <a:t>Canta come non hai fatto mai,</a:t>
            </a:r>
          </a:p>
          <a:p>
            <a:pPr marL="0" indent="0" algn="ctr">
              <a:buNone/>
            </a:pPr>
            <a:r>
              <a:rPr lang="it-IT" sz="6600" b="1" dirty="0" smtClean="0">
                <a:latin typeface="Gabriola" panose="04040605051002020D02" pitchFamily="82" charset="0"/>
              </a:rPr>
              <a:t>Il Tuo nome adorerò. (x2)</a:t>
            </a:r>
            <a:endParaRPr lang="it-IT" sz="6600" b="1" dirty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1876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08722" y="3279907"/>
            <a:ext cx="11857382" cy="5650189"/>
          </a:xfrm>
        </p:spPr>
        <p:txBody>
          <a:bodyPr>
            <a:prstTxWarp prst="textArchUp">
              <a:avLst/>
            </a:prstTxWarp>
            <a:normAutofit/>
          </a:bodyPr>
          <a:lstStyle/>
          <a:p>
            <a:pPr marL="0" indent="0" algn="ctr">
              <a:buNone/>
            </a:pPr>
            <a:r>
              <a:rPr lang="it-IT" sz="6600" b="1" dirty="0" smtClean="0">
                <a:latin typeface="Gabriola" panose="04040605051002020D02" pitchFamily="82" charset="0"/>
              </a:rPr>
              <a:t>Tu </a:t>
            </a:r>
            <a:r>
              <a:rPr lang="it-IT" sz="6600" b="1" dirty="0" err="1" smtClean="0">
                <a:latin typeface="Gabriola" panose="04040605051002020D02" pitchFamily="82" charset="0"/>
              </a:rPr>
              <a:t>nombre</a:t>
            </a:r>
            <a:r>
              <a:rPr lang="it-IT" sz="6600" b="1" dirty="0" smtClean="0">
                <a:latin typeface="Gabriola" panose="04040605051002020D02" pitchFamily="82" charset="0"/>
              </a:rPr>
              <a:t> </a:t>
            </a:r>
            <a:r>
              <a:rPr lang="it-IT" sz="6600" b="1" dirty="0" err="1" smtClean="0">
                <a:latin typeface="Gabriola" panose="04040605051002020D02" pitchFamily="82" charset="0"/>
              </a:rPr>
              <a:t>alabare</a:t>
            </a:r>
            <a:r>
              <a:rPr lang="it-IT" sz="6600" b="1" dirty="0" smtClean="0">
                <a:latin typeface="Gabriola" panose="04040605051002020D02" pitchFamily="82" charset="0"/>
              </a:rPr>
              <a:t>,</a:t>
            </a:r>
          </a:p>
          <a:p>
            <a:pPr marL="0" indent="0" algn="ctr">
              <a:buNone/>
            </a:pPr>
            <a:r>
              <a:rPr lang="it-IT" sz="6600" b="1" dirty="0" err="1" smtClean="0">
                <a:latin typeface="Gabriola" panose="04040605051002020D02" pitchFamily="82" charset="0"/>
              </a:rPr>
              <a:t>I’ll</a:t>
            </a:r>
            <a:r>
              <a:rPr lang="it-IT" sz="6600" b="1" dirty="0" smtClean="0">
                <a:latin typeface="Gabriola" panose="04040605051002020D02" pitchFamily="82" charset="0"/>
              </a:rPr>
              <a:t> </a:t>
            </a:r>
            <a:r>
              <a:rPr lang="it-IT" sz="6600" b="1" dirty="0" err="1" smtClean="0">
                <a:latin typeface="Gabriola" panose="04040605051002020D02" pitchFamily="82" charset="0"/>
              </a:rPr>
              <a:t>worship</a:t>
            </a:r>
            <a:r>
              <a:rPr lang="it-IT" sz="6600" b="1" dirty="0" smtClean="0">
                <a:latin typeface="Gabriola" panose="04040605051002020D02" pitchFamily="82" charset="0"/>
              </a:rPr>
              <a:t> Your </a:t>
            </a:r>
            <a:r>
              <a:rPr lang="it-IT" sz="6600" b="1" dirty="0" err="1" smtClean="0">
                <a:latin typeface="Gabriola" panose="04040605051002020D02" pitchFamily="82" charset="0"/>
              </a:rPr>
              <a:t>holy</a:t>
            </a:r>
            <a:r>
              <a:rPr lang="it-IT" sz="6600" b="1" dirty="0" smtClean="0">
                <a:latin typeface="Gabriola" panose="04040605051002020D02" pitchFamily="82" charset="0"/>
              </a:rPr>
              <a:t> </a:t>
            </a:r>
            <a:r>
              <a:rPr lang="it-IT" sz="6600" b="1" dirty="0" err="1" smtClean="0">
                <a:latin typeface="Gabriola" panose="04040605051002020D02" pitchFamily="82" charset="0"/>
              </a:rPr>
              <a:t>name</a:t>
            </a:r>
            <a:r>
              <a:rPr lang="it-IT" sz="6600" b="1" dirty="0" smtClean="0">
                <a:latin typeface="Gabriola" panose="04040605051002020D02" pitchFamily="82" charset="0"/>
              </a:rPr>
              <a:t>,</a:t>
            </a:r>
          </a:p>
          <a:p>
            <a:pPr marL="0" indent="0" algn="ctr">
              <a:buNone/>
            </a:pPr>
            <a:r>
              <a:rPr lang="it-IT" sz="6600" b="1" dirty="0" smtClean="0">
                <a:latin typeface="Gabriola" panose="04040605051002020D02" pitchFamily="82" charset="0"/>
              </a:rPr>
              <a:t>Il Tuo nome adorerò.</a:t>
            </a:r>
            <a:endParaRPr lang="it-IT" sz="6600" b="1" dirty="0"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88709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149</Words>
  <Application>Microsoft Office PowerPoint</Application>
  <PresentationFormat>Personalizzato</PresentationFormat>
  <Paragraphs>20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0" baseType="lpstr">
      <vt:lpstr>Tema di Office</vt:lpstr>
      <vt:lpstr>10 000 REASONS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10 000 REASONS</dc:title>
  <dc:creator>Paolo Giametta</dc:creator>
  <cp:lastModifiedBy>GRUPPO MERATE</cp:lastModifiedBy>
  <cp:revision>6</cp:revision>
  <dcterms:created xsi:type="dcterms:W3CDTF">2016-06-27T14:09:42Z</dcterms:created>
  <dcterms:modified xsi:type="dcterms:W3CDTF">2016-06-29T18:20:12Z</dcterms:modified>
</cp:coreProperties>
</file>