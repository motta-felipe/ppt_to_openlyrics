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51" d="100"/>
          <a:sy n="51" d="100"/>
        </p:scale>
        <p:origin x="-1243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6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130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605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77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659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1008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190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425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290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554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181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45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75000"/>
              </a:schemeClr>
            </a:gs>
            <a:gs pos="30000">
              <a:srgbClr val="92D050"/>
            </a:gs>
            <a:gs pos="100000">
              <a:schemeClr val="accent5">
                <a:lumMod val="75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281F-27B5-4158-8EEE-7B316B6D415C}" type="datetimeFigureOut">
              <a:rPr lang="it-IT" smtClean="0"/>
              <a:t>27/06/2014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1E42E-7794-4C26-B321-436925E6B2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49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404664"/>
            <a:ext cx="7772400" cy="5544616"/>
          </a:xfrm>
        </p:spPr>
        <p:txBody>
          <a:bodyPr>
            <a:noAutofit/>
          </a:bodyPr>
          <a:lstStyle/>
          <a:p>
            <a:r>
              <a:rPr lang="it-IT" sz="9600" dirty="0" smtClean="0">
                <a:latin typeface="Candara" panose="020E0502030303020204" pitchFamily="34" charset="0"/>
              </a:rPr>
              <a:t>Camminiamo sul sentiero</a:t>
            </a:r>
            <a:endParaRPr lang="it-IT" sz="9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17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Candara" panose="020E0502030303020204" pitchFamily="34" charset="0"/>
              </a:rPr>
              <a:t>Camminiamo sulla strada</a:t>
            </a:r>
            <a:br>
              <a:rPr lang="it-IT" sz="6000" dirty="0" smtClean="0">
                <a:latin typeface="Candara" panose="020E0502030303020204" pitchFamily="34" charset="0"/>
              </a:rPr>
            </a:br>
            <a:r>
              <a:rPr lang="it-IT" sz="6000" dirty="0">
                <a:latin typeface="Candara" panose="020E0502030303020204" pitchFamily="34" charset="0"/>
              </a:rPr>
              <a:t>Che han percorso </a:t>
            </a:r>
            <a:r>
              <a:rPr lang="it-IT" sz="6000" dirty="0" smtClean="0">
                <a:latin typeface="Candara" panose="020E0502030303020204" pitchFamily="34" charset="0"/>
              </a:rPr>
              <a:t>i Santi tuoi</a:t>
            </a:r>
            <a:br>
              <a:rPr lang="it-IT" sz="6000" dirty="0" smtClean="0">
                <a:latin typeface="Candara" panose="020E0502030303020204" pitchFamily="34" charset="0"/>
              </a:rPr>
            </a:br>
            <a:r>
              <a:rPr lang="it-IT" sz="6000" dirty="0">
                <a:latin typeface="Candara" panose="020E0502030303020204" pitchFamily="34" charset="0"/>
              </a:rPr>
              <a:t>Tutti ci </a:t>
            </a:r>
            <a:r>
              <a:rPr lang="it-IT" sz="6000" dirty="0" smtClean="0">
                <a:latin typeface="Candara" panose="020E0502030303020204" pitchFamily="34" charset="0"/>
              </a:rPr>
              <a:t>ritroveremo</a:t>
            </a:r>
            <a:br>
              <a:rPr lang="it-IT" sz="6000" dirty="0" smtClean="0">
                <a:latin typeface="Candara" panose="020E0502030303020204" pitchFamily="34" charset="0"/>
              </a:rPr>
            </a:br>
            <a:r>
              <a:rPr lang="it-IT" sz="6000" dirty="0">
                <a:latin typeface="Candara" panose="020E0502030303020204" pitchFamily="34" charset="0"/>
              </a:rPr>
              <a:t>Dove eterno splende il sol</a:t>
            </a:r>
            <a:r>
              <a:rPr lang="it-IT" sz="6000" dirty="0" smtClean="0">
                <a:latin typeface="Candara" panose="020E0502030303020204" pitchFamily="34" charset="0"/>
              </a:rPr>
              <a:t/>
            </a:r>
            <a:br>
              <a:rPr lang="it-IT" sz="6000" dirty="0" smtClean="0">
                <a:latin typeface="Candara" panose="020E0502030303020204" pitchFamily="34" charset="0"/>
              </a:rPr>
            </a:br>
            <a:endParaRPr lang="it-IT" sz="6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81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Candara" panose="020E0502030303020204" pitchFamily="34" charset="0"/>
              </a:rPr>
              <a:t>E </a:t>
            </a:r>
            <a:r>
              <a:rPr lang="it-IT" sz="6000" dirty="0">
                <a:latin typeface="Candara" panose="020E0502030303020204" pitchFamily="34" charset="0"/>
              </a:rPr>
              <a:t>quando in ciel </a:t>
            </a:r>
            <a:r>
              <a:rPr lang="it-IT" sz="6000" dirty="0" smtClean="0">
                <a:latin typeface="Candara" panose="020E0502030303020204" pitchFamily="34" charset="0"/>
              </a:rPr>
              <a:t>i </a:t>
            </a:r>
            <a:r>
              <a:rPr lang="it-IT" sz="6000" dirty="0">
                <a:latin typeface="Candara" panose="020E0502030303020204" pitchFamily="34" charset="0"/>
              </a:rPr>
              <a:t>santi Tuoi</a:t>
            </a:r>
            <a:r>
              <a:rPr lang="it-IT" sz="6000" dirty="0" smtClean="0">
                <a:latin typeface="Candara" panose="020E0502030303020204" pitchFamily="34" charset="0"/>
              </a:rPr>
              <a:t/>
            </a:r>
            <a:br>
              <a:rPr lang="it-IT" sz="6000" dirty="0" smtClean="0">
                <a:latin typeface="Candara" panose="020E0502030303020204" pitchFamily="34" charset="0"/>
              </a:rPr>
            </a:br>
            <a:r>
              <a:rPr lang="it-IT" sz="6000" dirty="0">
                <a:latin typeface="Candara" panose="020E0502030303020204" pitchFamily="34" charset="0"/>
              </a:rPr>
              <a:t>La grande schiera arriverà</a:t>
            </a:r>
            <a:r>
              <a:rPr lang="it-IT" sz="6000" dirty="0" smtClean="0">
                <a:latin typeface="Candara" panose="020E0502030303020204" pitchFamily="34" charset="0"/>
              </a:rPr>
              <a:t/>
            </a:r>
            <a:br>
              <a:rPr lang="it-IT" sz="6000" dirty="0" smtClean="0">
                <a:latin typeface="Candara" panose="020E0502030303020204" pitchFamily="34" charset="0"/>
              </a:rPr>
            </a:br>
            <a:r>
              <a:rPr lang="it-IT" sz="6000">
                <a:latin typeface="Candara" panose="020E0502030303020204" pitchFamily="34" charset="0"/>
              </a:rPr>
              <a:t>O </a:t>
            </a:r>
            <a:r>
              <a:rPr lang="it-IT" sz="6000" smtClean="0">
                <a:latin typeface="Candara" panose="020E0502030303020204" pitchFamily="34" charset="0"/>
              </a:rPr>
              <a:t>Signor come </a:t>
            </a:r>
            <a:r>
              <a:rPr lang="it-IT" sz="6000" dirty="0" smtClean="0">
                <a:latin typeface="Candara" panose="020E0502030303020204" pitchFamily="34" charset="0"/>
              </a:rPr>
              <a:t>vorrei</a:t>
            </a:r>
            <a:br>
              <a:rPr lang="it-IT" sz="6000" dirty="0" smtClean="0">
                <a:latin typeface="Candara" panose="020E0502030303020204" pitchFamily="34" charset="0"/>
              </a:rPr>
            </a:br>
            <a:r>
              <a:rPr lang="it-IT" sz="6000" dirty="0">
                <a:latin typeface="Candara" panose="020E0502030303020204" pitchFamily="34" charset="0"/>
              </a:rPr>
              <a:t>Che </a:t>
            </a:r>
            <a:r>
              <a:rPr lang="it-IT" sz="6000" dirty="0" smtClean="0">
                <a:latin typeface="Candara" panose="020E0502030303020204" pitchFamily="34" charset="0"/>
              </a:rPr>
              <a:t>ci fosse un posto per </a:t>
            </a:r>
            <a:r>
              <a:rPr lang="it-IT" sz="6000" dirty="0">
                <a:latin typeface="Candara" panose="020E0502030303020204" pitchFamily="34" charset="0"/>
              </a:rPr>
              <a:t>me</a:t>
            </a:r>
            <a:endParaRPr lang="it-IT" sz="6000" dirty="0" smtClean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31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260648"/>
            <a:ext cx="8219256" cy="58655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6600" dirty="0" smtClean="0">
                <a:latin typeface="Candara" panose="020E0502030303020204" pitchFamily="34" charset="0"/>
              </a:rPr>
              <a:t>C'è </a:t>
            </a:r>
            <a:r>
              <a:rPr lang="it-IT" sz="6600" dirty="0">
                <a:latin typeface="Candara" panose="020E0502030303020204" pitchFamily="34" charset="0"/>
              </a:rPr>
              <a:t>chi dice che la vita</a:t>
            </a:r>
            <a:r>
              <a:rPr lang="it-IT" sz="6600" dirty="0" smtClean="0">
                <a:latin typeface="Candara" panose="020E0502030303020204" pitchFamily="34" charset="0"/>
              </a:rPr>
              <a:t/>
            </a:r>
            <a:br>
              <a:rPr lang="it-IT" sz="6600" dirty="0" smtClean="0">
                <a:latin typeface="Candara" panose="020E0502030303020204" pitchFamily="34" charset="0"/>
              </a:rPr>
            </a:br>
            <a:r>
              <a:rPr lang="it-IT" sz="6600" dirty="0">
                <a:latin typeface="Candara" panose="020E0502030303020204" pitchFamily="34" charset="0"/>
              </a:rPr>
              <a:t>Sia tristezza e </a:t>
            </a:r>
            <a:r>
              <a:rPr lang="it-IT" sz="6600" dirty="0" smtClean="0">
                <a:latin typeface="Candara" panose="020E0502030303020204" pitchFamily="34" charset="0"/>
              </a:rPr>
              <a:t>sia </a:t>
            </a:r>
            <a:r>
              <a:rPr lang="it-IT" sz="6600" dirty="0" err="1">
                <a:latin typeface="Candara" panose="020E0502030303020204" pitchFamily="34" charset="0"/>
              </a:rPr>
              <a:t>dolor</a:t>
            </a:r>
            <a:r>
              <a:rPr lang="it-IT" sz="6600" dirty="0" smtClean="0">
                <a:latin typeface="Candara" panose="020E0502030303020204" pitchFamily="34" charset="0"/>
              </a:rPr>
              <a:t/>
            </a:r>
            <a:br>
              <a:rPr lang="it-IT" sz="6600" dirty="0" smtClean="0">
                <a:latin typeface="Candara" panose="020E0502030303020204" pitchFamily="34" charset="0"/>
              </a:rPr>
            </a:br>
            <a:r>
              <a:rPr lang="it-IT" sz="6600" dirty="0">
                <a:latin typeface="Candara" panose="020E0502030303020204" pitchFamily="34" charset="0"/>
              </a:rPr>
              <a:t>Ma io so che viene il giorno</a:t>
            </a:r>
            <a:r>
              <a:rPr lang="it-IT" sz="6600" dirty="0" smtClean="0">
                <a:latin typeface="Candara" panose="020E0502030303020204" pitchFamily="34" charset="0"/>
              </a:rPr>
              <a:t/>
            </a:r>
            <a:br>
              <a:rPr lang="it-IT" sz="6600" dirty="0" smtClean="0">
                <a:latin typeface="Candara" panose="020E0502030303020204" pitchFamily="34" charset="0"/>
              </a:rPr>
            </a:br>
            <a:r>
              <a:rPr lang="it-IT" sz="6600" dirty="0" smtClean="0">
                <a:latin typeface="Candara" panose="020E0502030303020204" pitchFamily="34" charset="0"/>
              </a:rPr>
              <a:t>In cui tutto </a:t>
            </a:r>
            <a:r>
              <a:rPr lang="it-IT" sz="6600" dirty="0">
                <a:latin typeface="Candara" panose="020E0502030303020204" pitchFamily="34" charset="0"/>
              </a:rPr>
              <a:t>cambierà</a:t>
            </a:r>
          </a:p>
        </p:txBody>
      </p:sp>
    </p:spTree>
    <p:extLst>
      <p:ext uri="{BB962C8B-B14F-4D97-AF65-F5344CB8AC3E}">
        <p14:creationId xmlns:p14="http://schemas.microsoft.com/office/powerpoint/2010/main" val="6181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>
                <a:latin typeface="Candara" panose="020E0502030303020204" pitchFamily="34" charset="0"/>
              </a:rPr>
              <a:t>E quando il sol si spegnerà</a:t>
            </a:r>
            <a:r>
              <a:rPr lang="it-IT" sz="4400" dirty="0" smtClean="0">
                <a:latin typeface="Candara" panose="020E0502030303020204" pitchFamily="34" charset="0"/>
              </a:rPr>
              <a:t/>
            </a:r>
            <a:br>
              <a:rPr lang="it-IT" sz="4400" dirty="0" smtClean="0">
                <a:latin typeface="Candara" panose="020E0502030303020204" pitchFamily="34" charset="0"/>
              </a:rPr>
            </a:br>
            <a:r>
              <a:rPr lang="it-IT" sz="4400" dirty="0">
                <a:latin typeface="Candara" panose="020E0502030303020204" pitchFamily="34" charset="0"/>
              </a:rPr>
              <a:t>E quando il sol si spegnerà</a:t>
            </a:r>
            <a:r>
              <a:rPr lang="it-IT" sz="4400" dirty="0" smtClean="0">
                <a:latin typeface="Candara" panose="020E0502030303020204" pitchFamily="34" charset="0"/>
              </a:rPr>
              <a:t/>
            </a:r>
            <a:br>
              <a:rPr lang="it-IT" sz="4400" dirty="0" smtClean="0">
                <a:latin typeface="Candara" panose="020E0502030303020204" pitchFamily="34" charset="0"/>
              </a:rPr>
            </a:br>
            <a:r>
              <a:rPr lang="it-IT" sz="4400" dirty="0">
                <a:latin typeface="Candara" panose="020E0502030303020204" pitchFamily="34" charset="0"/>
              </a:rPr>
              <a:t>O Signore </a:t>
            </a:r>
            <a:r>
              <a:rPr lang="it-IT" sz="4400" dirty="0" smtClean="0">
                <a:latin typeface="Candara" panose="020E0502030303020204" pitchFamily="34" charset="0"/>
              </a:rPr>
              <a:t>son sicuro</a:t>
            </a:r>
            <a:br>
              <a:rPr lang="it-IT" sz="4400" dirty="0" smtClean="0">
                <a:latin typeface="Candara" panose="020E0502030303020204" pitchFamily="34" charset="0"/>
              </a:rPr>
            </a:br>
            <a:r>
              <a:rPr lang="it-IT" sz="4400" dirty="0">
                <a:latin typeface="Candara" panose="020E0502030303020204" pitchFamily="34" charset="0"/>
              </a:rPr>
              <a:t>D'esser sempre insieme a Te</a:t>
            </a:r>
            <a:r>
              <a:rPr lang="it-IT" sz="4400" dirty="0" smtClean="0">
                <a:latin typeface="Candara" panose="020E0502030303020204" pitchFamily="34" charset="0"/>
              </a:rPr>
              <a:t/>
            </a:r>
            <a:br>
              <a:rPr lang="it-IT" sz="4400" dirty="0" smtClean="0">
                <a:latin typeface="Candara" panose="020E0502030303020204" pitchFamily="34" charset="0"/>
              </a:rPr>
            </a:br>
            <a:r>
              <a:rPr lang="it-IT" sz="4400" dirty="0">
                <a:latin typeface="Candara" panose="020E0502030303020204" pitchFamily="34" charset="0"/>
              </a:rPr>
              <a:t>E quando in ciel risuonerà</a:t>
            </a:r>
            <a:r>
              <a:rPr lang="it-IT" sz="4400" dirty="0" smtClean="0">
                <a:latin typeface="Candara" panose="020E0502030303020204" pitchFamily="34" charset="0"/>
              </a:rPr>
              <a:t/>
            </a:r>
            <a:br>
              <a:rPr lang="it-IT" sz="4400" dirty="0" smtClean="0">
                <a:latin typeface="Candara" panose="020E0502030303020204" pitchFamily="34" charset="0"/>
              </a:rPr>
            </a:br>
            <a:r>
              <a:rPr lang="it-IT" sz="4400" dirty="0">
                <a:latin typeface="Candara" panose="020E0502030303020204" pitchFamily="34" charset="0"/>
              </a:rPr>
              <a:t>La tromba che ci chiamerà</a:t>
            </a:r>
            <a:r>
              <a:rPr lang="it-IT" sz="4400" dirty="0" smtClean="0">
                <a:latin typeface="Candara" panose="020E0502030303020204" pitchFamily="34" charset="0"/>
              </a:rPr>
              <a:t/>
            </a:r>
            <a:br>
              <a:rPr lang="it-IT" sz="4400" dirty="0" smtClean="0">
                <a:latin typeface="Candara" panose="020E0502030303020204" pitchFamily="34" charset="0"/>
              </a:rPr>
            </a:br>
            <a:r>
              <a:rPr lang="it-IT" sz="4400" dirty="0">
                <a:latin typeface="Candara" panose="020E0502030303020204" pitchFamily="34" charset="0"/>
              </a:rPr>
              <a:t>O Signore son sicuro</a:t>
            </a:r>
            <a:r>
              <a:rPr lang="it-IT" sz="4400" dirty="0" smtClean="0">
                <a:latin typeface="Candara" panose="020E0502030303020204" pitchFamily="34" charset="0"/>
              </a:rPr>
              <a:t/>
            </a:r>
            <a:br>
              <a:rPr lang="it-IT" sz="4400" dirty="0" smtClean="0">
                <a:latin typeface="Candara" panose="020E0502030303020204" pitchFamily="34" charset="0"/>
              </a:rPr>
            </a:br>
            <a:r>
              <a:rPr lang="it-IT" sz="4400" dirty="0">
                <a:latin typeface="Candara" panose="020E0502030303020204" pitchFamily="34" charset="0"/>
              </a:rPr>
              <a:t>Che c'è un posto anche per me</a:t>
            </a:r>
          </a:p>
        </p:txBody>
      </p:sp>
    </p:spTree>
    <p:extLst>
      <p:ext uri="{BB962C8B-B14F-4D97-AF65-F5344CB8AC3E}">
        <p14:creationId xmlns:p14="http://schemas.microsoft.com/office/powerpoint/2010/main" val="194641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</Words>
  <Application>Microsoft Office PowerPoint</Application>
  <PresentationFormat>Presentazione su schermo (4:3)</PresentationFormat>
  <Paragraphs>5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Camminiamo sul sentiero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Camminando sul sentiero</dc:title>
  <dc:creator>Windows XP</dc:creator>
  <cp:lastModifiedBy>GRUPPO MERATE</cp:lastModifiedBy>
  <cp:revision>3</cp:revision>
  <dcterms:created xsi:type="dcterms:W3CDTF">2014-06-21T05:14:26Z</dcterms:created>
  <dcterms:modified xsi:type="dcterms:W3CDTF">2014-06-27T18:21:28Z</dcterms:modified>
</cp:coreProperties>
</file>