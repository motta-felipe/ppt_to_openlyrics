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08/12/2012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08/12/2012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08/12/2012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08/12/2012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08/12/2012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08/12/2012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08/12/2012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08/12/2012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08/12/2012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08/12/2012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08/12/2012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055F8-1D02-4417-9241-55C834FD9970}" type="datetimeFigureOut">
              <a:rPr lang="it-IT" smtClean="0"/>
              <a:pPr/>
              <a:t>08/12/2012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randomBar dir="vert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7999"/>
          </a:xfrm>
          <a:solidFill>
            <a:srgbClr val="FF33CC"/>
          </a:solidFill>
        </p:spPr>
        <p:txBody>
          <a:bodyPr>
            <a:normAutofit/>
          </a:bodyPr>
          <a:lstStyle/>
          <a:p>
            <a:r>
              <a:rPr lang="it-IT" sz="9600" dirty="0" smtClean="0">
                <a:solidFill>
                  <a:srgbClr val="00B0F0"/>
                </a:solidFill>
                <a:latin typeface="Arial Black" pitchFamily="34" charset="0"/>
              </a:rPr>
              <a:t>LODIAMO IL SIGNORE</a:t>
            </a:r>
            <a:endParaRPr lang="it-IT" sz="9600" dirty="0">
              <a:solidFill>
                <a:srgbClr val="00B0F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1266" y="0"/>
            <a:ext cx="9132734" cy="6858000"/>
          </a:xfrm>
          <a:solidFill>
            <a:srgbClr val="FF33CC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6000" dirty="0" smtClean="0">
                <a:latin typeface="Arial Black" pitchFamily="34" charset="0"/>
              </a:rPr>
              <a:t>Ora tutti insieme </a:t>
            </a:r>
          </a:p>
          <a:p>
            <a:pPr marL="0" indent="0">
              <a:buNone/>
            </a:pPr>
            <a:r>
              <a:rPr lang="it-IT" sz="6000" dirty="0" smtClean="0">
                <a:latin typeface="Arial Black" pitchFamily="34" charset="0"/>
              </a:rPr>
              <a:t>Lodiamo il Signore</a:t>
            </a:r>
          </a:p>
          <a:p>
            <a:pPr marL="0" indent="0">
              <a:buNone/>
            </a:pPr>
            <a:r>
              <a:rPr lang="it-IT" sz="6000" dirty="0" smtClean="0">
                <a:latin typeface="Arial Black" pitchFamily="34" charset="0"/>
              </a:rPr>
              <a:t>Oh, popoli della terra</a:t>
            </a:r>
          </a:p>
          <a:p>
            <a:pPr marL="0" indent="0">
              <a:buNone/>
            </a:pPr>
            <a:r>
              <a:rPr lang="it-IT" sz="6000" dirty="0" smtClean="0">
                <a:latin typeface="Arial Black" pitchFamily="34" charset="0"/>
              </a:rPr>
              <a:t>Venite a veder. </a:t>
            </a:r>
          </a:p>
          <a:p>
            <a:pPr marL="0" indent="0">
              <a:buNone/>
            </a:pPr>
            <a:r>
              <a:rPr lang="it-IT" sz="6000" dirty="0" smtClean="0">
                <a:latin typeface="Arial Black" pitchFamily="34" charset="0"/>
              </a:rPr>
              <a:t>(x 2 volte)</a:t>
            </a:r>
            <a:endParaRPr lang="it-IT" sz="6000" dirty="0">
              <a:latin typeface="Arial Black" pitchFamily="34" charset="0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0978" y="0"/>
            <a:ext cx="9113022" cy="6858000"/>
          </a:xfrm>
          <a:solidFill>
            <a:srgbClr val="FF33CC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4800" dirty="0" smtClean="0">
                <a:latin typeface="Arial Black" pitchFamily="34" charset="0"/>
              </a:rPr>
              <a:t>L’amore è come il sole</a:t>
            </a:r>
          </a:p>
          <a:p>
            <a:pPr marL="0" indent="0">
              <a:buNone/>
            </a:pPr>
            <a:r>
              <a:rPr lang="it-IT" sz="4800" dirty="0" smtClean="0">
                <a:latin typeface="Arial Black" pitchFamily="34" charset="0"/>
              </a:rPr>
              <a:t>Che scende su di noi</a:t>
            </a:r>
          </a:p>
          <a:p>
            <a:pPr marL="0" indent="0">
              <a:buNone/>
            </a:pPr>
            <a:r>
              <a:rPr lang="it-IT" sz="4800" dirty="0" smtClean="0">
                <a:latin typeface="Arial Black" pitchFamily="34" charset="0"/>
              </a:rPr>
              <a:t>L’amore è una corona d’oro</a:t>
            </a:r>
          </a:p>
          <a:p>
            <a:pPr marL="0" indent="0">
              <a:buNone/>
            </a:pPr>
            <a:r>
              <a:rPr lang="it-IT" sz="4800" dirty="0" smtClean="0">
                <a:latin typeface="Arial Black" pitchFamily="34" charset="0"/>
              </a:rPr>
              <a:t>Ora tutti insieme </a:t>
            </a:r>
          </a:p>
          <a:p>
            <a:pPr marL="0" indent="0">
              <a:buNone/>
            </a:pPr>
            <a:r>
              <a:rPr lang="it-IT" sz="4800" dirty="0" smtClean="0">
                <a:latin typeface="Arial Black" pitchFamily="34" charset="0"/>
              </a:rPr>
              <a:t>Lodiamo il Signore.</a:t>
            </a:r>
            <a:endParaRPr lang="it-IT" sz="4800" dirty="0">
              <a:latin typeface="Arial Black" pitchFamily="34" charset="0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7818"/>
            <a:ext cx="9144000" cy="6850182"/>
          </a:xfrm>
          <a:solidFill>
            <a:srgbClr val="FF33CC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8800" dirty="0" smtClean="0">
                <a:latin typeface="Arial Black" pitchFamily="34" charset="0"/>
              </a:rPr>
              <a:t>Alleluia!!  Alleluia!!</a:t>
            </a:r>
          </a:p>
          <a:p>
            <a:pPr marL="0" indent="0">
              <a:buNone/>
            </a:pPr>
            <a:r>
              <a:rPr lang="it-IT" sz="8800" dirty="0" smtClean="0">
                <a:latin typeface="Arial Black" pitchFamily="34" charset="0"/>
              </a:rPr>
              <a:t>Alleluia!!  Alleluia!!  (x2 volte)</a:t>
            </a:r>
            <a:endParaRPr lang="it-IT" sz="8800" dirty="0">
              <a:latin typeface="Arial Black" pitchFamily="34" charset="0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57</Words>
  <Application>Microsoft Office PowerPoint</Application>
  <PresentationFormat>Presentazione su schermo (4:3)</PresentationFormat>
  <Paragraphs>13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5" baseType="lpstr">
      <vt:lpstr>Tema di Office</vt:lpstr>
      <vt:lpstr>LODIAMO IL SIGNORE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LODIAMO IL SIGNORE</dc:title>
  <dc:creator>Francy</dc:creator>
  <cp:lastModifiedBy>Windows XP</cp:lastModifiedBy>
  <cp:revision>3</cp:revision>
  <dcterms:created xsi:type="dcterms:W3CDTF">2012-10-14T13:18:44Z</dcterms:created>
  <dcterms:modified xsi:type="dcterms:W3CDTF">2012-12-09T02:45:58Z</dcterms:modified>
</cp:coreProperties>
</file>