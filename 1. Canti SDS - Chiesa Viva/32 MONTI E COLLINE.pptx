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31/10/2012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31/10/2012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31/10/2012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31/10/2012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31/10/2012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31/10/2012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31/10/2012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31/10/2012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31/10/2012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31/10/2012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9D355-16BD-4E45-BD9A-5EA878CF7CBD}" type="datetimeFigureOut">
              <a:rPr lang="it-IT" smtClean="0"/>
              <a:t>31/10/2012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9D355-16BD-4E45-BD9A-5EA878CF7CBD}" type="datetimeFigureOut">
              <a:rPr lang="it-IT" smtClean="0"/>
              <a:t>31/10/2012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41E1B-4F70-4964-A407-84C68BE8251C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6858000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it-IT" sz="7200" b="1" dirty="0" smtClean="0"/>
              <a:t>Monti e colline</a:t>
            </a:r>
            <a:endParaRPr lang="it-IT" sz="7200" b="1" dirty="0"/>
          </a:p>
        </p:txBody>
      </p:sp>
    </p:spTree>
    <p:extLst>
      <p:ext uri="{BB962C8B-B14F-4D97-AF65-F5344CB8AC3E}">
        <p14:creationId xmlns:p14="http://schemas.microsoft.com/office/powerpoint/2010/main" val="3524748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2384" y="0"/>
            <a:ext cx="9121615" cy="6858000"/>
          </a:xfrm>
          <a:solidFill>
            <a:srgbClr val="FFFF00"/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5400" b="1" dirty="0" smtClean="0"/>
              <a:t>Monti e colline esultano con me</a:t>
            </a:r>
          </a:p>
          <a:p>
            <a:pPr marL="0" indent="0">
              <a:buNone/>
            </a:pPr>
            <a:r>
              <a:rPr lang="it-IT" sz="5400" b="1" dirty="0" smtClean="0"/>
              <a:t>Io canto la mia gioia al Redentor.</a:t>
            </a:r>
          </a:p>
          <a:p>
            <a:pPr marL="0" indent="0">
              <a:buNone/>
            </a:pPr>
            <a:r>
              <a:rPr lang="it-IT" sz="5400" b="1" dirty="0" smtClean="0"/>
              <a:t>Valli e ruscelli intonano al Signor,</a:t>
            </a:r>
          </a:p>
          <a:p>
            <a:pPr marL="0" indent="0">
              <a:buNone/>
            </a:pPr>
            <a:r>
              <a:rPr lang="it-IT" sz="5400" b="1" dirty="0" smtClean="0"/>
              <a:t>Dei canti che risuonano d’amor.</a:t>
            </a:r>
            <a:endParaRPr lang="it-IT" sz="5400" b="1" dirty="0"/>
          </a:p>
        </p:txBody>
      </p:sp>
    </p:spTree>
    <p:extLst>
      <p:ext uri="{BB962C8B-B14F-4D97-AF65-F5344CB8AC3E}">
        <p14:creationId xmlns:p14="http://schemas.microsoft.com/office/powerpoint/2010/main" val="230522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rgbClr val="FFFF00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5400" b="1" dirty="0" err="1" smtClean="0"/>
              <a:t>Rit</a:t>
            </a:r>
            <a:r>
              <a:rPr lang="it-IT" sz="5400" b="1" dirty="0" smtClean="0"/>
              <a:t>: E sento gli alberi  insieme applaudir,</a:t>
            </a:r>
          </a:p>
          <a:p>
            <a:pPr marL="0" indent="0">
              <a:buNone/>
            </a:pPr>
            <a:r>
              <a:rPr lang="it-IT" sz="5400" b="1" dirty="0" smtClean="0"/>
              <a:t>Lodando il Nostro Redentor </a:t>
            </a:r>
            <a:r>
              <a:rPr lang="it-IT" sz="5400" b="1" dirty="0" err="1" smtClean="0"/>
              <a:t>Yahweh</a:t>
            </a:r>
            <a:r>
              <a:rPr lang="it-IT" sz="5400" b="1" dirty="0" smtClean="0"/>
              <a:t>.</a:t>
            </a:r>
          </a:p>
          <a:p>
            <a:pPr marL="0" indent="0">
              <a:buNone/>
            </a:pPr>
            <a:r>
              <a:rPr lang="it-IT" sz="5400" b="1" dirty="0" smtClean="0"/>
              <a:t>E sento gli alberi insieme applaudir,</a:t>
            </a:r>
          </a:p>
          <a:p>
            <a:pPr marL="0" indent="0">
              <a:buNone/>
            </a:pPr>
            <a:r>
              <a:rPr lang="it-IT" sz="5400" b="1" dirty="0" smtClean="0"/>
              <a:t>Lodando di Dio la Maestà.</a:t>
            </a:r>
          </a:p>
        </p:txBody>
      </p:sp>
    </p:spTree>
    <p:extLst>
      <p:ext uri="{BB962C8B-B14F-4D97-AF65-F5344CB8AC3E}">
        <p14:creationId xmlns:p14="http://schemas.microsoft.com/office/powerpoint/2010/main" val="2110040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-23014" y="0"/>
            <a:ext cx="9167014" cy="6858000"/>
          </a:xfrm>
          <a:solidFill>
            <a:srgbClr val="FFFF00"/>
          </a:solidFill>
        </p:spPr>
        <p:txBody>
          <a:bodyPr/>
          <a:lstStyle/>
          <a:p>
            <a:pPr marL="0" lvl="0" indent="0">
              <a:buNone/>
            </a:pPr>
            <a:r>
              <a:rPr lang="it-IT" sz="5400" b="1" dirty="0">
                <a:solidFill>
                  <a:prstClr val="black"/>
                </a:solidFill>
              </a:rPr>
              <a:t>Monti e colline esultano con me</a:t>
            </a:r>
          </a:p>
          <a:p>
            <a:pPr marL="0" lvl="0" indent="0">
              <a:buNone/>
            </a:pPr>
            <a:r>
              <a:rPr lang="it-IT" sz="5400" b="1" dirty="0">
                <a:solidFill>
                  <a:prstClr val="black"/>
                </a:solidFill>
              </a:rPr>
              <a:t>Io canto la mia gioia al Redentor.</a:t>
            </a:r>
          </a:p>
          <a:p>
            <a:pPr marL="0" lvl="0" indent="0">
              <a:buNone/>
            </a:pPr>
            <a:r>
              <a:rPr lang="it-IT" sz="5400" b="1" dirty="0">
                <a:solidFill>
                  <a:prstClr val="black"/>
                </a:solidFill>
              </a:rPr>
              <a:t>Valli e ruscelli intonano al Signor,</a:t>
            </a:r>
          </a:p>
          <a:p>
            <a:pPr marL="0" lvl="0" indent="0">
              <a:buNone/>
            </a:pPr>
            <a:r>
              <a:rPr lang="it-IT" sz="5400" b="1" dirty="0">
                <a:solidFill>
                  <a:prstClr val="black"/>
                </a:solidFill>
              </a:rPr>
              <a:t>Dei canti che risuonano d’amor.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64076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-10344" y="0"/>
            <a:ext cx="9154344" cy="6858000"/>
          </a:xfrm>
          <a:solidFill>
            <a:srgbClr val="FFFF00"/>
          </a:solidFill>
        </p:spPr>
        <p:txBody>
          <a:bodyPr/>
          <a:lstStyle/>
          <a:p>
            <a:pPr marL="0" lvl="0" indent="0">
              <a:buNone/>
            </a:pPr>
            <a:r>
              <a:rPr lang="it-IT" sz="5400" b="1" dirty="0" err="1">
                <a:solidFill>
                  <a:prstClr val="black"/>
                </a:solidFill>
              </a:rPr>
              <a:t>Rit</a:t>
            </a:r>
            <a:r>
              <a:rPr lang="it-IT" sz="5400" b="1" dirty="0">
                <a:solidFill>
                  <a:prstClr val="black"/>
                </a:solidFill>
              </a:rPr>
              <a:t>: E sento gli alberi  insieme applaudir,</a:t>
            </a:r>
          </a:p>
          <a:p>
            <a:pPr marL="0" lvl="0" indent="0">
              <a:buNone/>
            </a:pPr>
            <a:r>
              <a:rPr lang="it-IT" sz="5400" b="1" dirty="0">
                <a:solidFill>
                  <a:prstClr val="black"/>
                </a:solidFill>
              </a:rPr>
              <a:t>Lodando il Nostro Redentor </a:t>
            </a:r>
            <a:r>
              <a:rPr lang="it-IT" sz="5400" b="1" dirty="0" err="1">
                <a:solidFill>
                  <a:prstClr val="black"/>
                </a:solidFill>
              </a:rPr>
              <a:t>Yahweh</a:t>
            </a:r>
            <a:r>
              <a:rPr lang="it-IT" sz="5400" b="1" dirty="0">
                <a:solidFill>
                  <a:prstClr val="black"/>
                </a:solidFill>
              </a:rPr>
              <a:t>.</a:t>
            </a:r>
          </a:p>
          <a:p>
            <a:pPr marL="0" lvl="0" indent="0">
              <a:buNone/>
            </a:pPr>
            <a:r>
              <a:rPr lang="it-IT" sz="5400" b="1" dirty="0">
                <a:solidFill>
                  <a:prstClr val="black"/>
                </a:solidFill>
              </a:rPr>
              <a:t>E </a:t>
            </a:r>
            <a:r>
              <a:rPr lang="it-IT" sz="5400" b="1" dirty="0" smtClean="0">
                <a:solidFill>
                  <a:prstClr val="black"/>
                </a:solidFill>
              </a:rPr>
              <a:t>sento gli </a:t>
            </a:r>
            <a:r>
              <a:rPr lang="it-IT" sz="5400" b="1" dirty="0">
                <a:solidFill>
                  <a:prstClr val="black"/>
                </a:solidFill>
              </a:rPr>
              <a:t>alberi insieme applaudir,</a:t>
            </a:r>
          </a:p>
          <a:p>
            <a:pPr marL="0" lvl="0" indent="0">
              <a:buNone/>
            </a:pPr>
            <a:r>
              <a:rPr lang="it-IT" sz="5400" b="1" dirty="0">
                <a:solidFill>
                  <a:prstClr val="black"/>
                </a:solidFill>
              </a:rPr>
              <a:t>Lodando di Dio la Maestà.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0344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113</Words>
  <Application>Microsoft Office PowerPoint</Application>
  <PresentationFormat>Presentazione su schermo (4:3)</PresentationFormat>
  <Paragraphs>17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Monti e colline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Monti e colline</dc:title>
  <cp:lastModifiedBy>Windows XP</cp:lastModifiedBy>
  <cp:revision>2</cp:revision>
  <dcterms:modified xsi:type="dcterms:W3CDTF">2012-11-01T09:33:36Z</dcterms:modified>
</cp:coreProperties>
</file>