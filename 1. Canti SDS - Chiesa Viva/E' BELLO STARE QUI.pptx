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smtClean="0"/>
              <a:t>Fare clic per modificare lo stile del sottotitolo dello schema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C3A69-A750-4E89-9C6B-71D5F3C083C5}" type="datetimeFigureOut">
              <a:rPr lang="it-IT" smtClean="0"/>
              <a:pPr/>
              <a:t>14/10/2017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2EF17-D2B2-45A0-A583-16F48534094E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C3A69-A750-4E89-9C6B-71D5F3C083C5}" type="datetimeFigureOut">
              <a:rPr lang="it-IT" smtClean="0"/>
              <a:pPr/>
              <a:t>14/10/2017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2EF17-D2B2-45A0-A583-16F48534094E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C3A69-A750-4E89-9C6B-71D5F3C083C5}" type="datetimeFigureOut">
              <a:rPr lang="it-IT" smtClean="0"/>
              <a:pPr/>
              <a:t>14/10/2017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2EF17-D2B2-45A0-A583-16F48534094E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C3A69-A750-4E89-9C6B-71D5F3C083C5}" type="datetimeFigureOut">
              <a:rPr lang="it-IT" smtClean="0"/>
              <a:pPr/>
              <a:t>14/10/2017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2EF17-D2B2-45A0-A583-16F48534094E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C3A69-A750-4E89-9C6B-71D5F3C083C5}" type="datetimeFigureOut">
              <a:rPr lang="it-IT" smtClean="0"/>
              <a:pPr/>
              <a:t>14/10/2017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2EF17-D2B2-45A0-A583-16F48534094E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C3A69-A750-4E89-9C6B-71D5F3C083C5}" type="datetimeFigureOut">
              <a:rPr lang="it-IT" smtClean="0"/>
              <a:pPr/>
              <a:t>14/10/2017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2EF17-D2B2-45A0-A583-16F48534094E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C3A69-A750-4E89-9C6B-71D5F3C083C5}" type="datetimeFigureOut">
              <a:rPr lang="it-IT" smtClean="0"/>
              <a:pPr/>
              <a:t>14/10/2017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2EF17-D2B2-45A0-A583-16F48534094E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C3A69-A750-4E89-9C6B-71D5F3C083C5}" type="datetimeFigureOut">
              <a:rPr lang="it-IT" smtClean="0"/>
              <a:pPr/>
              <a:t>14/10/2017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2EF17-D2B2-45A0-A583-16F48534094E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C3A69-A750-4E89-9C6B-71D5F3C083C5}" type="datetimeFigureOut">
              <a:rPr lang="it-IT" smtClean="0"/>
              <a:pPr/>
              <a:t>14/10/2017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2EF17-D2B2-45A0-A583-16F48534094E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C3A69-A750-4E89-9C6B-71D5F3C083C5}" type="datetimeFigureOut">
              <a:rPr lang="it-IT" smtClean="0"/>
              <a:pPr/>
              <a:t>14/10/2017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2EF17-D2B2-45A0-A583-16F48534094E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C3A69-A750-4E89-9C6B-71D5F3C083C5}" type="datetimeFigureOut">
              <a:rPr lang="it-IT" smtClean="0"/>
              <a:pPr/>
              <a:t>14/10/2017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2EF17-D2B2-45A0-A583-16F48534094E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8C3A69-A750-4E89-9C6B-71D5F3C083C5}" type="datetimeFigureOut">
              <a:rPr lang="it-IT" smtClean="0"/>
              <a:pPr/>
              <a:t>14/10/2017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52EF17-D2B2-45A0-A583-16F48534094E}" type="slidenum">
              <a:rPr lang="it-IT" smtClean="0"/>
              <a:pPr/>
              <a:t>‹N›</a:t>
            </a:fld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/>
          <p:cNvSpPr>
            <a:spLocks noGrp="1"/>
          </p:cNvSpPr>
          <p:nvPr>
            <p:ph type="ctrTitle"/>
          </p:nvPr>
        </p:nvSpPr>
        <p:spPr>
          <a:xfrm>
            <a:off x="179512" y="2492896"/>
            <a:ext cx="8784976" cy="1802631"/>
          </a:xfrm>
        </p:spPr>
        <p:txBody>
          <a:bodyPr>
            <a:noAutofit/>
          </a:bodyPr>
          <a:lstStyle/>
          <a:p>
            <a:r>
              <a:rPr lang="it-IT" sz="11500" dirty="0" smtClean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E’ bello stare qui</a:t>
            </a:r>
            <a:endParaRPr lang="it-IT" sz="11500" dirty="0">
              <a:solidFill>
                <a:schemeClr val="bg1"/>
              </a:solidFill>
              <a:latin typeface="Microsoft Himalaya" panose="01010100010101010101" pitchFamily="2" charset="0"/>
              <a:ea typeface="Microsoft Himalaya" panose="01010100010101010101" pitchFamily="2" charset="0"/>
              <a:cs typeface="Microsoft Himalaya" panose="01010100010101010101" pitchFamily="2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/>
          <p:cNvSpPr>
            <a:spLocks noGrp="1"/>
          </p:cNvSpPr>
          <p:nvPr>
            <p:ph idx="1"/>
          </p:nvPr>
        </p:nvSpPr>
        <p:spPr>
          <a:xfrm>
            <a:off x="323528" y="476672"/>
            <a:ext cx="8496944" cy="597666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it-IT" sz="6600" dirty="0" smtClean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E’ bello stare qui, uniti tutti insieme</a:t>
            </a:r>
          </a:p>
          <a:p>
            <a:pPr marL="0" indent="0" algn="ctr">
              <a:buNone/>
            </a:pPr>
            <a:r>
              <a:rPr lang="it-IT" sz="6600" dirty="0" smtClean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da un vincolo d’amore, </a:t>
            </a:r>
          </a:p>
          <a:p>
            <a:pPr marL="0" indent="0" algn="ctr">
              <a:buNone/>
            </a:pPr>
            <a:r>
              <a:rPr lang="it-IT" sz="6600" dirty="0" smtClean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noi siamo amici e siamo fratelli </a:t>
            </a:r>
          </a:p>
          <a:p>
            <a:pPr marL="0" indent="0" algn="ctr">
              <a:buNone/>
            </a:pPr>
            <a:r>
              <a:rPr lang="it-IT" sz="6600" dirty="0" smtClean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di un unico padre che odia</a:t>
            </a:r>
          </a:p>
          <a:p>
            <a:pPr marL="0" indent="0" algn="ctr">
              <a:buNone/>
            </a:pPr>
            <a:r>
              <a:rPr lang="it-IT" sz="6600" dirty="0" smtClean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il dolore e il male.</a:t>
            </a:r>
          </a:p>
          <a:p>
            <a:pPr marL="0" indent="0" algn="ctr">
              <a:buNone/>
            </a:pPr>
            <a:endParaRPr lang="it-IT" sz="6600" dirty="0">
              <a:solidFill>
                <a:schemeClr val="bg1"/>
              </a:solidFill>
              <a:latin typeface="Microsoft Himalaya" panose="01010100010101010101" pitchFamily="2" charset="0"/>
              <a:ea typeface="Microsoft Himalaya" panose="01010100010101010101" pitchFamily="2" charset="0"/>
              <a:cs typeface="Microsoft Himalaya" panose="01010100010101010101" pitchFamily="2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/>
          <p:cNvSpPr>
            <a:spLocks noGrp="1"/>
          </p:cNvSpPr>
          <p:nvPr>
            <p:ph idx="1"/>
          </p:nvPr>
        </p:nvSpPr>
        <p:spPr>
          <a:xfrm>
            <a:off x="251520" y="116632"/>
            <a:ext cx="8568952" cy="6624736"/>
          </a:xfrm>
        </p:spPr>
        <p:txBody>
          <a:bodyPr anchor="ctr">
            <a:noAutofit/>
          </a:bodyPr>
          <a:lstStyle/>
          <a:p>
            <a:pPr marL="0" indent="0" algn="ctr">
              <a:spcBef>
                <a:spcPts val="600"/>
              </a:spcBef>
              <a:buNone/>
            </a:pPr>
            <a:r>
              <a:rPr lang="it-IT" sz="5800" dirty="0" err="1" smtClean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Eeee</a:t>
            </a:r>
            <a:r>
              <a:rPr lang="it-IT" sz="5800" dirty="0" smtClean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, è bello sapere (è bello sapere)</a:t>
            </a:r>
          </a:p>
          <a:p>
            <a:pPr marL="0" indent="0" algn="ctr">
              <a:spcBef>
                <a:spcPts val="600"/>
              </a:spcBef>
              <a:buNone/>
            </a:pPr>
            <a:r>
              <a:rPr lang="it-IT" sz="5800" dirty="0" smtClean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che tu sei con noi (dentro di noi)</a:t>
            </a:r>
          </a:p>
          <a:p>
            <a:pPr marL="0" indent="0" algn="ctr">
              <a:spcBef>
                <a:spcPts val="600"/>
              </a:spcBef>
              <a:buNone/>
            </a:pPr>
            <a:r>
              <a:rPr lang="it-IT" sz="5800" dirty="0" smtClean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che tu sei in mezzo a noi,</a:t>
            </a:r>
          </a:p>
          <a:p>
            <a:pPr marL="0" indent="0" algn="ctr">
              <a:spcBef>
                <a:spcPts val="600"/>
              </a:spcBef>
              <a:buNone/>
            </a:pPr>
            <a:r>
              <a:rPr lang="it-IT" sz="5800" dirty="0" smtClean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sempre con noi Gesù.</a:t>
            </a:r>
          </a:p>
          <a:p>
            <a:pPr marL="0" indent="0" algn="ctr">
              <a:spcBef>
                <a:spcPts val="600"/>
              </a:spcBef>
              <a:buNone/>
            </a:pPr>
            <a:r>
              <a:rPr lang="it-IT" sz="5800" dirty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A</a:t>
            </a:r>
            <a:r>
              <a:rPr lang="it-IT" sz="5800" dirty="0" smtClean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scolteremo le tue parole,</a:t>
            </a:r>
          </a:p>
          <a:p>
            <a:pPr marL="0" indent="0" algn="ctr">
              <a:spcBef>
                <a:spcPts val="600"/>
              </a:spcBef>
              <a:buNone/>
            </a:pPr>
            <a:r>
              <a:rPr lang="it-IT" sz="5800" dirty="0" smtClean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sentiremo la pace nel cuore.</a:t>
            </a:r>
          </a:p>
          <a:p>
            <a:pPr marL="0" indent="0" algn="ctr">
              <a:spcBef>
                <a:spcPts val="600"/>
              </a:spcBef>
              <a:buNone/>
            </a:pPr>
            <a:r>
              <a:rPr lang="it-IT" sz="5800" dirty="0" smtClean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se tu vorrai unisciti a noi.</a:t>
            </a:r>
            <a:endParaRPr lang="it-IT" sz="5800" dirty="0">
              <a:solidFill>
                <a:schemeClr val="bg1"/>
              </a:solidFill>
              <a:latin typeface="Microsoft Himalaya" panose="01010100010101010101" pitchFamily="2" charset="0"/>
              <a:ea typeface="Microsoft Himalaya" panose="01010100010101010101" pitchFamily="2" charset="0"/>
              <a:cs typeface="Microsoft Himalaya" panose="01010100010101010101" pitchFamily="2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/>
          <p:cNvSpPr>
            <a:spLocks noGrp="1"/>
          </p:cNvSpPr>
          <p:nvPr>
            <p:ph idx="1"/>
          </p:nvPr>
        </p:nvSpPr>
        <p:spPr>
          <a:xfrm>
            <a:off x="179512" y="260648"/>
            <a:ext cx="8784976" cy="6336704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it-IT" sz="6200" dirty="0" smtClean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E’ bello ricordare, quello che Tu hai fatto</a:t>
            </a:r>
          </a:p>
          <a:p>
            <a:pPr marL="0" indent="0" algn="ctr">
              <a:buNone/>
            </a:pPr>
            <a:r>
              <a:rPr lang="it-IT" sz="6200" dirty="0" smtClean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per non lasciarci andare, </a:t>
            </a:r>
          </a:p>
          <a:p>
            <a:pPr marL="0" indent="0" algn="ctr">
              <a:buNone/>
            </a:pPr>
            <a:r>
              <a:rPr lang="it-IT" sz="6200" dirty="0" smtClean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su una strada diversa, </a:t>
            </a:r>
          </a:p>
          <a:p>
            <a:pPr marL="0" indent="0" algn="ctr">
              <a:buNone/>
            </a:pPr>
            <a:r>
              <a:rPr lang="it-IT" sz="6200" dirty="0" smtClean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un sentiero che non ha uscite</a:t>
            </a:r>
          </a:p>
          <a:p>
            <a:pPr marL="0" indent="0" algn="ctr">
              <a:buNone/>
            </a:pPr>
            <a:r>
              <a:rPr lang="it-IT" sz="6200" dirty="0" smtClean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e che porta lontano dalla tua casa.</a:t>
            </a:r>
          </a:p>
          <a:p>
            <a:pPr marL="0" indent="0" algn="ctr">
              <a:buNone/>
            </a:pPr>
            <a:endParaRPr lang="it-IT" sz="6200" dirty="0">
              <a:solidFill>
                <a:schemeClr val="bg1"/>
              </a:solidFill>
              <a:latin typeface="Microsoft Himalaya" panose="01010100010101010101" pitchFamily="2" charset="0"/>
              <a:ea typeface="Microsoft Himalaya" panose="01010100010101010101" pitchFamily="2" charset="0"/>
              <a:cs typeface="Microsoft Himalaya" panose="01010100010101010101" pitchFamily="2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/>
          <p:cNvSpPr>
            <a:spLocks noGrp="1"/>
          </p:cNvSpPr>
          <p:nvPr>
            <p:ph idx="1"/>
          </p:nvPr>
        </p:nvSpPr>
        <p:spPr>
          <a:xfrm>
            <a:off x="251520" y="116632"/>
            <a:ext cx="8568952" cy="6624736"/>
          </a:xfrm>
        </p:spPr>
        <p:txBody>
          <a:bodyPr anchor="ctr">
            <a:noAutofit/>
          </a:bodyPr>
          <a:lstStyle/>
          <a:p>
            <a:pPr marL="0" indent="0" algn="ctr">
              <a:spcBef>
                <a:spcPts val="600"/>
              </a:spcBef>
              <a:buNone/>
            </a:pPr>
            <a:r>
              <a:rPr lang="it-IT" sz="5100" dirty="0" err="1" smtClean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Eeee</a:t>
            </a:r>
            <a:r>
              <a:rPr lang="it-IT" sz="5100" dirty="0" smtClean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, è bello sapere (è bello sapere)</a:t>
            </a:r>
          </a:p>
          <a:p>
            <a:pPr marL="0" indent="0" algn="ctr">
              <a:spcBef>
                <a:spcPts val="600"/>
              </a:spcBef>
              <a:buNone/>
            </a:pPr>
            <a:r>
              <a:rPr lang="it-IT" sz="5100" dirty="0" smtClean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che tu sei con noi (dentro di noi)</a:t>
            </a:r>
          </a:p>
          <a:p>
            <a:pPr marL="0" indent="0" algn="ctr">
              <a:spcBef>
                <a:spcPts val="600"/>
              </a:spcBef>
              <a:buNone/>
            </a:pPr>
            <a:r>
              <a:rPr lang="it-IT" sz="5100" dirty="0" smtClean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che tu sei in mezzo a noi,</a:t>
            </a:r>
          </a:p>
          <a:p>
            <a:pPr marL="0" indent="0" algn="ctr">
              <a:spcBef>
                <a:spcPts val="600"/>
              </a:spcBef>
              <a:buNone/>
            </a:pPr>
            <a:r>
              <a:rPr lang="it-IT" sz="5100" dirty="0" smtClean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sempre con noi Gesù.</a:t>
            </a:r>
          </a:p>
          <a:p>
            <a:pPr marL="0" indent="0" algn="ctr">
              <a:spcBef>
                <a:spcPts val="600"/>
              </a:spcBef>
              <a:buNone/>
            </a:pPr>
            <a:r>
              <a:rPr lang="it-IT" sz="5100" dirty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A</a:t>
            </a:r>
            <a:r>
              <a:rPr lang="it-IT" sz="5100" dirty="0" smtClean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scolteremo le tue parole,</a:t>
            </a:r>
          </a:p>
          <a:p>
            <a:pPr marL="0" indent="0" algn="ctr">
              <a:spcBef>
                <a:spcPts val="600"/>
              </a:spcBef>
              <a:buNone/>
            </a:pPr>
            <a:r>
              <a:rPr lang="it-IT" sz="5100" dirty="0" smtClean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sentiremo la pace nel cuore.</a:t>
            </a:r>
          </a:p>
          <a:p>
            <a:pPr marL="0" indent="0" algn="ctr">
              <a:spcBef>
                <a:spcPts val="600"/>
              </a:spcBef>
              <a:buNone/>
            </a:pPr>
            <a:r>
              <a:rPr lang="it-IT" sz="5100" dirty="0" smtClean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se tu vorrai unisciti a noi,</a:t>
            </a:r>
          </a:p>
          <a:p>
            <a:pPr marL="0" indent="0" algn="ctr">
              <a:spcBef>
                <a:spcPts val="600"/>
              </a:spcBef>
              <a:buNone/>
            </a:pPr>
            <a:r>
              <a:rPr lang="it-IT" sz="5100" dirty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s</a:t>
            </a:r>
            <a:r>
              <a:rPr lang="it-IT" sz="5100" dirty="0" smtClean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e tu vorrai unisciti a noi.</a:t>
            </a:r>
          </a:p>
        </p:txBody>
      </p:sp>
    </p:spTree>
    <p:extLst>
      <p:ext uri="{BB962C8B-B14F-4D97-AF65-F5344CB8AC3E}">
        <p14:creationId xmlns:p14="http://schemas.microsoft.com/office/powerpoint/2010/main" val="54642086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180</Words>
  <Application>Microsoft Office PowerPoint</Application>
  <PresentationFormat>Presentazione su schermo (4:3)</PresentationFormat>
  <Paragraphs>26</Paragraphs>
  <Slides>5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5</vt:i4>
      </vt:variant>
    </vt:vector>
  </HeadingPairs>
  <TitlesOfParts>
    <vt:vector size="6" baseType="lpstr">
      <vt:lpstr>Tema di Office</vt:lpstr>
      <vt:lpstr>E’ bello stare qui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E’ bello stare qui</dc:title>
  <dc:creator>UTENTE</dc:creator>
  <cp:lastModifiedBy>GRUPPO MERATE</cp:lastModifiedBy>
  <cp:revision>11</cp:revision>
  <dcterms:created xsi:type="dcterms:W3CDTF">2012-07-20T16:27:24Z</dcterms:created>
  <dcterms:modified xsi:type="dcterms:W3CDTF">2017-10-14T10:53:36Z</dcterms:modified>
</cp:coreProperties>
</file>