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49" autoAdjust="0"/>
  </p:normalViewPr>
  <p:slideViewPr>
    <p:cSldViewPr>
      <p:cViewPr varScale="1">
        <p:scale>
          <a:sx n="62" d="100"/>
          <a:sy n="62" d="100"/>
        </p:scale>
        <p:origin x="-931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91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576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62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638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89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41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6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925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91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167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87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64BE0-3B60-4F96-9520-93C861F316D2}" type="datetimeFigureOut">
              <a:rPr lang="it-IT" smtClean="0"/>
              <a:t>24/10/2014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18152-A0F3-4811-BB6A-B77ABE0EA6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013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957392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txBody>
          <a:bodyPr>
            <a:normAutofit/>
          </a:bodyPr>
          <a:lstStyle/>
          <a:p>
            <a:r>
              <a:rPr lang="it-IT" sz="9600" b="1" dirty="0" smtClean="0">
                <a:latin typeface="Arial Narrow" pitchFamily="34" charset="0"/>
              </a:rPr>
              <a:t>Resta qui con noi</a:t>
            </a:r>
            <a:endParaRPr lang="it-IT" sz="96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7856"/>
            <a:ext cx="9144000" cy="6830144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Le ombre si distendono, scende ormai la sera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E si allontanano dietro i monti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I riflessi di un giorno che non finirà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Di un giorno che ora correrà, sempre.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Perché sappiamo che una nuova vita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Da qui è partita e mai più si fermerà.</a:t>
            </a:r>
            <a:endParaRPr lang="it-IT" sz="44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32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noi, il sole scende già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noi, Signore è sera ormai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 il sole scende già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Se tu sei fra noi la notte non verrà.</a:t>
            </a:r>
            <a:endParaRPr lang="it-IT" sz="48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1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-14514"/>
            <a:ext cx="9144000" cy="6872514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S’allarga verso il mare, il tuo cerchio d’onda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Che il vento spingerà fino a quando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Giungerà ai confini di ogni cuore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Alle porte dell’amore, vero.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Come una fiamma che dove passa brucia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Così il tuo amore tutto il mondo invaderà.</a:t>
            </a:r>
            <a:endParaRPr lang="it-IT" sz="44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71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2682" y="0"/>
            <a:ext cx="9146682" cy="6858000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5000" b="1" dirty="0" smtClean="0">
                <a:latin typeface="Arial Narrow" pitchFamily="34" charset="0"/>
              </a:rPr>
              <a:t>Resta qui con noi, il sole scende già</a:t>
            </a:r>
          </a:p>
          <a:p>
            <a:pPr marL="0" indent="0">
              <a:buNone/>
            </a:pPr>
            <a:r>
              <a:rPr lang="it-IT" sz="5000" b="1" dirty="0" smtClean="0">
                <a:latin typeface="Arial Narrow" pitchFamily="34" charset="0"/>
              </a:rPr>
              <a:t>Resta qui con noi, Signore è sera ormai</a:t>
            </a:r>
          </a:p>
          <a:p>
            <a:pPr marL="0" indent="0">
              <a:buNone/>
            </a:pPr>
            <a:r>
              <a:rPr lang="it-IT" sz="5000" b="1" dirty="0" smtClean="0">
                <a:latin typeface="Arial Narrow" pitchFamily="34" charset="0"/>
              </a:rPr>
              <a:t>Resta qui con noi il sole scende già</a:t>
            </a:r>
          </a:p>
          <a:p>
            <a:pPr marL="0" indent="0">
              <a:buNone/>
            </a:pPr>
            <a:r>
              <a:rPr lang="it-IT" sz="5000" b="1" dirty="0" smtClean="0">
                <a:latin typeface="Arial Narrow" pitchFamily="34" charset="0"/>
              </a:rPr>
              <a:t>Se tu sei fra noi la notte non verrà.</a:t>
            </a:r>
            <a:endParaRPr lang="it-IT" sz="50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4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17760" y="3200"/>
            <a:ext cx="9161760" cy="6854800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Davanti a noi l’umanità lotta, soffre e spera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Come una terra che nell’arsura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Chiede l’acqua ad un cielo senza nuvole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Ma che sempre le può dare, vita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Con te saremo sorgente d’acqua pura,</a:t>
            </a:r>
          </a:p>
          <a:p>
            <a:pPr marL="0" indent="0">
              <a:buNone/>
            </a:pPr>
            <a:r>
              <a:rPr lang="it-IT" sz="4400" b="1" dirty="0" smtClean="0">
                <a:latin typeface="Arial Narrow" pitchFamily="34" charset="0"/>
              </a:rPr>
              <a:t>Con te fra noi il deserto finirà.</a:t>
            </a:r>
            <a:endParaRPr lang="it-IT" sz="44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7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noi, il sole scende già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noi, Signore è sera ormai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Resta qui con noi il sole scende già</a:t>
            </a:r>
          </a:p>
          <a:p>
            <a:pPr marL="0" indent="0">
              <a:buNone/>
            </a:pPr>
            <a:r>
              <a:rPr lang="it-IT" sz="4800" b="1" dirty="0" smtClean="0">
                <a:latin typeface="Arial Narrow" pitchFamily="34" charset="0"/>
              </a:rPr>
              <a:t>Se tu sei fra noi la notte non verrà.</a:t>
            </a:r>
            <a:endParaRPr lang="it-IT" sz="48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9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248</Words>
  <Application>Microsoft Office PowerPoint</Application>
  <PresentationFormat>Presentazione su schermo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Resta qui con noi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 qui con noi</dc:title>
  <dc:creator>Windows XP</dc:creator>
  <cp:lastModifiedBy>GRUPPO MERATE</cp:lastModifiedBy>
  <cp:revision>5</cp:revision>
  <dcterms:created xsi:type="dcterms:W3CDTF">2012-11-10T06:20:54Z</dcterms:created>
  <dcterms:modified xsi:type="dcterms:W3CDTF">2014-10-24T18:35:59Z</dcterms:modified>
</cp:coreProperties>
</file>