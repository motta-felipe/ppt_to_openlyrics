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E05D3-B0A7-4F90-9D67-1146715C9827}" type="datetimeFigureOut">
              <a:rPr lang="it-IT" smtClean="0"/>
              <a:pPr/>
              <a:t>20/07/2012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AC416-08E5-4C4D-A329-DC11561304E7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5400" b="1" dirty="0" smtClean="0"/>
              <a:t>Canto de </a:t>
            </a:r>
            <a:r>
              <a:rPr lang="es-EC" sz="5400" b="1" dirty="0" smtClean="0"/>
              <a:t>alegria</a:t>
            </a:r>
            <a:endParaRPr lang="es-EC" sz="5400" b="1" dirty="0"/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4400" dirty="0" smtClean="0"/>
              <a:t>Canto de </a:t>
            </a:r>
            <a:r>
              <a:rPr lang="it-IT" sz="4400" dirty="0" err="1" smtClean="0"/>
              <a:t>alegria</a:t>
            </a:r>
            <a:r>
              <a:rPr lang="it-IT" sz="4400" dirty="0" smtClean="0"/>
              <a:t> </a:t>
            </a:r>
            <a:r>
              <a:rPr lang="it-IT" sz="4400" dirty="0" err="1" smtClean="0"/>
              <a:t>porque</a:t>
            </a:r>
            <a:r>
              <a:rPr lang="it-IT" sz="4400" dirty="0" smtClean="0"/>
              <a:t> tengo amor,</a:t>
            </a:r>
          </a:p>
          <a:p>
            <a:pPr>
              <a:buNone/>
            </a:pPr>
            <a:r>
              <a:rPr lang="it-IT" sz="4400" dirty="0" smtClean="0"/>
              <a:t>Vivo cada dia por mi Salvador</a:t>
            </a:r>
          </a:p>
          <a:p>
            <a:pPr>
              <a:buNone/>
            </a:pPr>
            <a:r>
              <a:rPr lang="it-IT" sz="4400" dirty="0" err="1" smtClean="0"/>
              <a:t>Quiero</a:t>
            </a:r>
            <a:r>
              <a:rPr lang="it-IT" sz="4400" dirty="0" smtClean="0"/>
              <a:t> a </a:t>
            </a:r>
            <a:r>
              <a:rPr lang="it-IT" sz="4400" dirty="0" err="1" smtClean="0"/>
              <a:t>todo</a:t>
            </a:r>
            <a:r>
              <a:rPr lang="it-IT" sz="4400" dirty="0" smtClean="0"/>
              <a:t> </a:t>
            </a:r>
            <a:r>
              <a:rPr lang="it-IT" sz="4400" dirty="0" err="1" smtClean="0"/>
              <a:t>el</a:t>
            </a:r>
            <a:r>
              <a:rPr lang="it-IT" sz="4400" dirty="0" smtClean="0"/>
              <a:t> </a:t>
            </a:r>
            <a:r>
              <a:rPr lang="it-IT" sz="4400" dirty="0" err="1" smtClean="0"/>
              <a:t>mundo</a:t>
            </a:r>
            <a:r>
              <a:rPr lang="it-IT" sz="4400" dirty="0" smtClean="0"/>
              <a:t> del </a:t>
            </a:r>
            <a:r>
              <a:rPr lang="it-IT" sz="4400" dirty="0" err="1" smtClean="0"/>
              <a:t>siempre</a:t>
            </a:r>
            <a:r>
              <a:rPr lang="it-IT" sz="4400" dirty="0" smtClean="0"/>
              <a:t> </a:t>
            </a:r>
            <a:r>
              <a:rPr lang="it-IT" sz="4400" dirty="0" err="1" smtClean="0"/>
              <a:t>hablar</a:t>
            </a:r>
            <a:endParaRPr lang="it-IT" sz="4400" dirty="0" smtClean="0"/>
          </a:p>
          <a:p>
            <a:pPr>
              <a:buNone/>
            </a:pPr>
            <a:r>
              <a:rPr lang="it-IT" sz="4400" dirty="0" err="1" smtClean="0"/>
              <a:t>Porque</a:t>
            </a:r>
            <a:r>
              <a:rPr lang="it-IT" sz="4400" dirty="0" smtClean="0"/>
              <a:t> Cristo a </a:t>
            </a:r>
            <a:r>
              <a:rPr lang="it-IT" sz="4400" dirty="0" err="1" smtClean="0"/>
              <a:t>todos</a:t>
            </a:r>
            <a:r>
              <a:rPr lang="it-IT" sz="4400" dirty="0" smtClean="0"/>
              <a:t> </a:t>
            </a:r>
            <a:r>
              <a:rPr lang="it-IT" sz="4400" dirty="0" err="1" smtClean="0"/>
              <a:t>nos</a:t>
            </a:r>
            <a:r>
              <a:rPr lang="it-IT" sz="4400" dirty="0" smtClean="0"/>
              <a:t> </a:t>
            </a:r>
            <a:r>
              <a:rPr lang="it-IT" sz="4400" dirty="0" err="1" smtClean="0"/>
              <a:t>quiere</a:t>
            </a:r>
            <a:r>
              <a:rPr lang="it-IT" sz="4400" dirty="0" smtClean="0"/>
              <a:t> salvar.</a:t>
            </a:r>
            <a:endParaRPr lang="it-IT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6196"/>
          </a:xfrm>
        </p:spPr>
        <p:txBody>
          <a:bodyPr>
            <a:noAutofit/>
          </a:bodyPr>
          <a:lstStyle/>
          <a:p>
            <a:r>
              <a:rPr lang="it-IT" sz="5400" dirty="0" smtClean="0"/>
              <a:t>Rit.</a:t>
            </a:r>
            <a:br>
              <a:rPr lang="it-IT" sz="5400" dirty="0" smtClean="0"/>
            </a:br>
            <a:r>
              <a:rPr lang="it-IT" sz="5400" dirty="0" smtClean="0"/>
              <a:t>Por </a:t>
            </a:r>
            <a:r>
              <a:rPr lang="it-IT" sz="5400" dirty="0" err="1" smtClean="0"/>
              <a:t>eso</a:t>
            </a:r>
            <a:r>
              <a:rPr lang="it-IT" sz="5400" dirty="0" smtClean="0"/>
              <a:t> canto,  </a:t>
            </a:r>
            <a:r>
              <a:rPr lang="it-IT" sz="5400" dirty="0" err="1" smtClean="0"/>
              <a:t>porque</a:t>
            </a:r>
            <a:r>
              <a:rPr lang="it-IT" sz="5400" dirty="0" smtClean="0"/>
              <a:t> tengo amor</a:t>
            </a:r>
            <a:br>
              <a:rPr lang="it-IT" sz="5400" dirty="0" smtClean="0"/>
            </a:br>
            <a:r>
              <a:rPr lang="it-IT" sz="5400" dirty="0" smtClean="0"/>
              <a:t>vivo por </a:t>
            </a:r>
            <a:r>
              <a:rPr lang="it-IT" sz="5400" dirty="0" err="1" smtClean="0"/>
              <a:t>el</a:t>
            </a:r>
            <a:r>
              <a:rPr lang="it-IT" sz="5400" dirty="0" smtClean="0"/>
              <a:t> Salvador</a:t>
            </a:r>
            <a:br>
              <a:rPr lang="it-IT" sz="5400" dirty="0" smtClean="0"/>
            </a:br>
            <a:r>
              <a:rPr lang="it-IT" sz="5400" dirty="0" err="1" smtClean="0"/>
              <a:t>quiero</a:t>
            </a:r>
            <a:r>
              <a:rPr lang="it-IT" sz="5400" dirty="0" smtClean="0"/>
              <a:t> de </a:t>
            </a:r>
            <a:r>
              <a:rPr lang="it-IT" sz="5400" dirty="0" err="1" smtClean="0"/>
              <a:t>él</a:t>
            </a:r>
            <a:r>
              <a:rPr lang="it-IT" sz="5400" dirty="0" smtClean="0"/>
              <a:t> </a:t>
            </a:r>
            <a:r>
              <a:rPr lang="it-IT" sz="5400" dirty="0" err="1" smtClean="0"/>
              <a:t>siempre</a:t>
            </a:r>
            <a:r>
              <a:rPr lang="it-IT" sz="5400" dirty="0" smtClean="0"/>
              <a:t> </a:t>
            </a:r>
            <a:r>
              <a:rPr lang="it-IT" sz="5400" dirty="0" err="1" smtClean="0"/>
              <a:t>hablar</a:t>
            </a:r>
            <a:r>
              <a:rPr lang="it-IT" sz="5400" dirty="0" smtClean="0"/>
              <a:t/>
            </a:r>
            <a:br>
              <a:rPr lang="it-IT" sz="5400" dirty="0" smtClean="0"/>
            </a:br>
            <a:r>
              <a:rPr lang="it-IT" sz="5400" dirty="0" err="1" smtClean="0"/>
              <a:t>porque</a:t>
            </a:r>
            <a:r>
              <a:rPr lang="it-IT" sz="5400" dirty="0" smtClean="0"/>
              <a:t> </a:t>
            </a:r>
            <a:r>
              <a:rPr lang="it-IT" sz="5400" dirty="0" err="1" smtClean="0"/>
              <a:t>nos</a:t>
            </a:r>
            <a:r>
              <a:rPr lang="it-IT" sz="5400" dirty="0" smtClean="0"/>
              <a:t> </a:t>
            </a:r>
            <a:r>
              <a:rPr lang="it-IT" sz="5400" dirty="0" err="1" smtClean="0"/>
              <a:t>quiere</a:t>
            </a:r>
            <a:r>
              <a:rPr lang="it-IT" sz="5400" dirty="0" smtClean="0"/>
              <a:t> salvar.</a:t>
            </a:r>
            <a:endParaRPr lang="it-IT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11882"/>
          </a:xfrm>
        </p:spPr>
        <p:txBody>
          <a:bodyPr>
            <a:normAutofit/>
          </a:bodyPr>
          <a:lstStyle/>
          <a:p>
            <a:r>
              <a:rPr lang="it-IT" sz="4800" dirty="0" smtClean="0"/>
              <a:t>En </a:t>
            </a:r>
            <a:r>
              <a:rPr lang="it-IT" sz="4800" dirty="0" err="1" smtClean="0"/>
              <a:t>todas</a:t>
            </a:r>
            <a:r>
              <a:rPr lang="it-IT" sz="4800" dirty="0" smtClean="0"/>
              <a:t> la </a:t>
            </a:r>
            <a:r>
              <a:rPr lang="it-IT" sz="4800" dirty="0" err="1" smtClean="0"/>
              <a:t>pruebas</a:t>
            </a:r>
            <a:r>
              <a:rPr lang="it-IT" sz="4800" dirty="0" smtClean="0"/>
              <a:t> </a:t>
            </a:r>
            <a:r>
              <a:rPr lang="it-IT" sz="4800" dirty="0" err="1" smtClean="0"/>
              <a:t>él</a:t>
            </a:r>
            <a:r>
              <a:rPr lang="it-IT" sz="4800" dirty="0" smtClean="0"/>
              <a:t> te </a:t>
            </a:r>
            <a:r>
              <a:rPr lang="it-IT" sz="4800" dirty="0" err="1" smtClean="0"/>
              <a:t>sostendrà</a:t>
            </a:r>
            <a:r>
              <a:rPr lang="it-IT" sz="4800" dirty="0"/>
              <a:t/>
            </a:r>
            <a:br>
              <a:rPr lang="it-IT" sz="4800" dirty="0"/>
            </a:br>
            <a:r>
              <a:rPr lang="it-IT" sz="4800" dirty="0" smtClean="0"/>
              <a:t>no te </a:t>
            </a:r>
            <a:r>
              <a:rPr lang="it-IT" sz="4800" dirty="0" err="1" smtClean="0"/>
              <a:t>desampara</a:t>
            </a:r>
            <a:r>
              <a:rPr lang="it-IT" sz="4800" dirty="0" smtClean="0"/>
              <a:t>, no te </a:t>
            </a:r>
            <a:r>
              <a:rPr lang="it-IT" sz="4800" dirty="0" err="1" smtClean="0"/>
              <a:t>dejarà</a:t>
            </a:r>
            <a:r>
              <a:rPr lang="it-IT" sz="4800" dirty="0" smtClean="0"/>
              <a:t>.</a:t>
            </a:r>
            <a:br>
              <a:rPr lang="it-IT" sz="4800" dirty="0" smtClean="0"/>
            </a:br>
            <a:r>
              <a:rPr lang="it-IT" sz="4800" dirty="0" err="1" smtClean="0"/>
              <a:t>El</a:t>
            </a:r>
            <a:r>
              <a:rPr lang="it-IT" sz="4800" dirty="0" smtClean="0"/>
              <a:t> te </a:t>
            </a:r>
            <a:r>
              <a:rPr lang="it-IT" sz="4800" dirty="0" err="1" smtClean="0"/>
              <a:t>necesita</a:t>
            </a:r>
            <a:r>
              <a:rPr lang="it-IT" sz="4800" dirty="0" smtClean="0"/>
              <a:t> para </a:t>
            </a:r>
            <a:r>
              <a:rPr lang="it-IT" sz="4800" dirty="0" err="1" smtClean="0"/>
              <a:t>trabajar</a:t>
            </a:r>
            <a:r>
              <a:rPr lang="it-IT" sz="4800" dirty="0" smtClean="0"/>
              <a:t>,</a:t>
            </a:r>
            <a:br>
              <a:rPr lang="it-IT" sz="4800" dirty="0" smtClean="0"/>
            </a:br>
            <a:r>
              <a:rPr lang="it-IT" sz="4800" dirty="0" err="1" smtClean="0"/>
              <a:t>vamos</a:t>
            </a:r>
            <a:r>
              <a:rPr lang="it-IT" sz="4800" dirty="0" smtClean="0"/>
              <a:t> </a:t>
            </a:r>
            <a:r>
              <a:rPr lang="it-IT" sz="4800" dirty="0" err="1" smtClean="0"/>
              <a:t>adelante</a:t>
            </a:r>
            <a:r>
              <a:rPr lang="it-IT" sz="4800" dirty="0" smtClean="0"/>
              <a:t>, </a:t>
            </a:r>
            <a:r>
              <a:rPr lang="it-IT" sz="4800" dirty="0" err="1" smtClean="0"/>
              <a:t>vamos</a:t>
            </a:r>
            <a:r>
              <a:rPr lang="it-IT" sz="4800" dirty="0" smtClean="0"/>
              <a:t> a </a:t>
            </a:r>
            <a:r>
              <a:rPr lang="it-IT" sz="4800" dirty="0" err="1" smtClean="0"/>
              <a:t>triunfar</a:t>
            </a:r>
            <a:r>
              <a:rPr lang="it-IT" sz="4800" dirty="0" smtClean="0"/>
              <a:t>.</a:t>
            </a:r>
            <a:endParaRPr lang="it-IT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6196"/>
          </a:xfrm>
        </p:spPr>
        <p:txBody>
          <a:bodyPr>
            <a:noAutofit/>
          </a:bodyPr>
          <a:lstStyle/>
          <a:p>
            <a:r>
              <a:rPr lang="it-IT" sz="5400" dirty="0" smtClean="0"/>
              <a:t>Rit.</a:t>
            </a:r>
            <a:br>
              <a:rPr lang="it-IT" sz="5400" dirty="0" smtClean="0"/>
            </a:br>
            <a:r>
              <a:rPr lang="it-IT" sz="5400" dirty="0" smtClean="0"/>
              <a:t>Por </a:t>
            </a:r>
            <a:r>
              <a:rPr lang="it-IT" sz="5400" dirty="0" err="1" smtClean="0"/>
              <a:t>eso</a:t>
            </a:r>
            <a:r>
              <a:rPr lang="it-IT" sz="5400" dirty="0" smtClean="0"/>
              <a:t> canto,  </a:t>
            </a:r>
            <a:r>
              <a:rPr lang="it-IT" sz="5400" dirty="0" err="1" smtClean="0"/>
              <a:t>porque</a:t>
            </a:r>
            <a:r>
              <a:rPr lang="it-IT" sz="5400" dirty="0" smtClean="0"/>
              <a:t> tengo amor</a:t>
            </a:r>
            <a:br>
              <a:rPr lang="it-IT" sz="5400" dirty="0" smtClean="0"/>
            </a:br>
            <a:r>
              <a:rPr lang="it-IT" sz="5400" dirty="0" smtClean="0"/>
              <a:t>vivo por </a:t>
            </a:r>
            <a:r>
              <a:rPr lang="it-IT" sz="5400" dirty="0" err="1" smtClean="0"/>
              <a:t>el</a:t>
            </a:r>
            <a:r>
              <a:rPr lang="it-IT" sz="5400" dirty="0" smtClean="0"/>
              <a:t> Salvador</a:t>
            </a:r>
            <a:br>
              <a:rPr lang="it-IT" sz="5400" dirty="0" smtClean="0"/>
            </a:br>
            <a:r>
              <a:rPr lang="it-IT" sz="5400" dirty="0" err="1" smtClean="0"/>
              <a:t>quiero</a:t>
            </a:r>
            <a:r>
              <a:rPr lang="it-IT" sz="5400" smtClean="0"/>
              <a:t> de </a:t>
            </a:r>
            <a:r>
              <a:rPr lang="it-IT" sz="5400" dirty="0" err="1" smtClean="0"/>
              <a:t>él</a:t>
            </a:r>
            <a:r>
              <a:rPr lang="it-IT" sz="5400" dirty="0" smtClean="0"/>
              <a:t> </a:t>
            </a:r>
            <a:r>
              <a:rPr lang="it-IT" sz="5400" dirty="0" err="1" smtClean="0"/>
              <a:t>siempre</a:t>
            </a:r>
            <a:r>
              <a:rPr lang="it-IT" sz="5400" dirty="0" smtClean="0"/>
              <a:t> </a:t>
            </a:r>
            <a:r>
              <a:rPr lang="it-IT" sz="5400" dirty="0" err="1" smtClean="0"/>
              <a:t>hablar</a:t>
            </a:r>
            <a:r>
              <a:rPr lang="it-IT" sz="5400" dirty="0" smtClean="0"/>
              <a:t/>
            </a:r>
            <a:br>
              <a:rPr lang="it-IT" sz="5400" dirty="0" smtClean="0"/>
            </a:br>
            <a:r>
              <a:rPr lang="it-IT" sz="5400" dirty="0" err="1" smtClean="0"/>
              <a:t>porque</a:t>
            </a:r>
            <a:r>
              <a:rPr lang="it-IT" sz="5400" dirty="0" smtClean="0"/>
              <a:t> </a:t>
            </a:r>
            <a:r>
              <a:rPr lang="it-IT" sz="5400" dirty="0" err="1" smtClean="0"/>
              <a:t>nos</a:t>
            </a:r>
            <a:r>
              <a:rPr lang="it-IT" sz="5400" dirty="0" smtClean="0"/>
              <a:t> </a:t>
            </a:r>
            <a:r>
              <a:rPr lang="it-IT" sz="5400" dirty="0" err="1" smtClean="0"/>
              <a:t>quiere</a:t>
            </a:r>
            <a:r>
              <a:rPr lang="it-IT" sz="5400" dirty="0" smtClean="0"/>
              <a:t> salvar.</a:t>
            </a:r>
            <a:br>
              <a:rPr lang="it-IT" sz="5400" dirty="0" smtClean="0"/>
            </a:br>
            <a:endParaRPr lang="it-IT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</Words>
  <Application>Microsoft Office PowerPoint</Application>
  <PresentationFormat>Presentazione su schermo (4:3)</PresentationFormat>
  <Paragraphs>8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Canto de alegria</vt:lpstr>
      <vt:lpstr>Rit. Por eso canto,  porque tengo amor vivo por el Salvador quiero de él siempre hablar porque nos quiere salvar.</vt:lpstr>
      <vt:lpstr>En todas la pruebas él te sostendrà no te desampara, no te dejarà. El te necesita para trabajar, vamos adelante, vamos a triunfar.</vt:lpstr>
      <vt:lpstr>Rit. Por eso canto,  porque tengo amor vivo por el Salvador quiero de él siempre hablar porque nos quiere salvar.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Canto de alegria</dc:title>
  <dc:creator>tt</dc:creator>
  <cp:lastModifiedBy>UTENTE</cp:lastModifiedBy>
  <cp:revision>6</cp:revision>
  <dcterms:created xsi:type="dcterms:W3CDTF">2011-03-13T08:49:48Z</dcterms:created>
  <dcterms:modified xsi:type="dcterms:W3CDTF">2012-07-20T19:52:38Z</dcterms:modified>
</cp:coreProperties>
</file>