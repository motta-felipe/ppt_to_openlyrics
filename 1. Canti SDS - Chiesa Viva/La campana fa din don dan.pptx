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18B5"/>
    <a:srgbClr val="F888E0"/>
    <a:srgbClr val="F5A1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ED2A-0930-4F1A-AF8F-E39600F1745A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5C24-3585-4207-8E29-75732EBBB3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4449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ED2A-0930-4F1A-AF8F-E39600F1745A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5C24-3585-4207-8E29-75732EBBB3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925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ED2A-0930-4F1A-AF8F-E39600F1745A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5C24-3585-4207-8E29-75732EBBB3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2075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ED2A-0930-4F1A-AF8F-E39600F1745A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5C24-3585-4207-8E29-75732EBBB3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7671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ED2A-0930-4F1A-AF8F-E39600F1745A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5C24-3585-4207-8E29-75732EBBB3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6958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ED2A-0930-4F1A-AF8F-E39600F1745A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5C24-3585-4207-8E29-75732EBBB3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4154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ED2A-0930-4F1A-AF8F-E39600F1745A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5C24-3585-4207-8E29-75732EBBB3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3341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ED2A-0930-4F1A-AF8F-E39600F1745A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5C24-3585-4207-8E29-75732EBBB3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4120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ED2A-0930-4F1A-AF8F-E39600F1745A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5C24-3585-4207-8E29-75732EBBB3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1065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ED2A-0930-4F1A-AF8F-E39600F1745A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5C24-3585-4207-8E29-75732EBBB3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6246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ED2A-0930-4F1A-AF8F-E39600F1745A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F5C24-3585-4207-8E29-75732EBBB3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9292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5000">
              <a:schemeClr val="accent2">
                <a:lumMod val="40000"/>
                <a:lumOff val="60000"/>
              </a:schemeClr>
            </a:gs>
            <a:gs pos="76000">
              <a:srgbClr val="F5A1C7"/>
            </a:gs>
            <a:gs pos="100000">
              <a:srgbClr val="F888E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2ED2A-0930-4F1A-AF8F-E39600F1745A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F5C24-3585-4207-8E29-75732EBBB3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513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/>
          <p:cNvSpPr txBox="1"/>
          <p:nvPr/>
        </p:nvSpPr>
        <p:spPr>
          <a:xfrm>
            <a:off x="0" y="1275008"/>
            <a:ext cx="121920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 smtClean="0">
                <a:solidFill>
                  <a:srgbClr val="DA18B5"/>
                </a:solidFill>
              </a:rPr>
              <a:t>La campana fa </a:t>
            </a:r>
            <a:r>
              <a:rPr lang="it-IT" sz="13800" dirty="0" err="1" smtClean="0">
                <a:solidFill>
                  <a:srgbClr val="DA18B5"/>
                </a:solidFill>
              </a:rPr>
              <a:t>din</a:t>
            </a:r>
            <a:r>
              <a:rPr lang="it-IT" sz="13800" dirty="0" smtClean="0">
                <a:solidFill>
                  <a:srgbClr val="DA18B5"/>
                </a:solidFill>
              </a:rPr>
              <a:t> don </a:t>
            </a:r>
            <a:r>
              <a:rPr lang="it-IT" sz="13800" dirty="0" err="1" smtClean="0">
                <a:solidFill>
                  <a:srgbClr val="DA18B5"/>
                </a:solidFill>
              </a:rPr>
              <a:t>dan</a:t>
            </a:r>
            <a:endParaRPr lang="it-IT" sz="13800" dirty="0">
              <a:solidFill>
                <a:srgbClr val="DA18B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790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463639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600" dirty="0" smtClean="0"/>
              <a:t>La campana fa: </a:t>
            </a:r>
            <a:r>
              <a:rPr lang="it-IT" sz="9600" dirty="0" err="1" smtClean="0"/>
              <a:t>din</a:t>
            </a:r>
            <a:r>
              <a:rPr lang="it-IT" sz="9600" dirty="0" smtClean="0"/>
              <a:t> don </a:t>
            </a:r>
            <a:r>
              <a:rPr lang="it-IT" sz="9600" dirty="0" err="1" smtClean="0"/>
              <a:t>din</a:t>
            </a:r>
            <a:r>
              <a:rPr lang="it-IT" sz="9600" dirty="0" smtClean="0"/>
              <a:t> don </a:t>
            </a:r>
            <a:r>
              <a:rPr lang="it-IT" sz="9600" dirty="0" err="1" smtClean="0"/>
              <a:t>dan</a:t>
            </a:r>
            <a:r>
              <a:rPr lang="it-IT" sz="9600" dirty="0" smtClean="0"/>
              <a:t>; presto vieni qua, pronto ad iniziar;</a:t>
            </a:r>
            <a:endParaRPr lang="it-IT" sz="9600" dirty="0"/>
          </a:p>
        </p:txBody>
      </p:sp>
    </p:spTree>
    <p:extLst>
      <p:ext uri="{BB962C8B-B14F-4D97-AF65-F5344CB8AC3E}">
        <p14:creationId xmlns:p14="http://schemas.microsoft.com/office/powerpoint/2010/main" val="677691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1197736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600" dirty="0" smtClean="0"/>
              <a:t>Gesù il buon </a:t>
            </a:r>
            <a:r>
              <a:rPr lang="it-IT" sz="9600" dirty="0" err="1" smtClean="0"/>
              <a:t>Pastor</a:t>
            </a:r>
            <a:r>
              <a:rPr lang="it-IT" sz="9600" dirty="0" smtClean="0"/>
              <a:t>, non aspetterà, la campana fa </a:t>
            </a:r>
            <a:r>
              <a:rPr lang="it-IT" sz="9600" dirty="0" err="1" smtClean="0"/>
              <a:t>din</a:t>
            </a:r>
            <a:r>
              <a:rPr lang="it-IT" sz="9600" dirty="0" smtClean="0"/>
              <a:t> don </a:t>
            </a:r>
            <a:r>
              <a:rPr lang="it-IT" sz="9600" dirty="0" err="1" smtClean="0"/>
              <a:t>din</a:t>
            </a:r>
            <a:r>
              <a:rPr lang="it-IT" sz="9600" dirty="0" smtClean="0"/>
              <a:t> don </a:t>
            </a:r>
            <a:r>
              <a:rPr lang="it-IT" sz="9600" dirty="0" err="1" smtClean="0"/>
              <a:t>dan</a:t>
            </a:r>
            <a:r>
              <a:rPr lang="it-IT" sz="9600" dirty="0" smtClean="0"/>
              <a:t>!</a:t>
            </a:r>
            <a:endParaRPr lang="it-IT" sz="9600" dirty="0"/>
          </a:p>
        </p:txBody>
      </p:sp>
    </p:spTree>
    <p:extLst>
      <p:ext uri="{BB962C8B-B14F-4D97-AF65-F5344CB8AC3E}">
        <p14:creationId xmlns:p14="http://schemas.microsoft.com/office/powerpoint/2010/main" val="63773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Gioele Rigitano</dc:creator>
  <cp:lastModifiedBy>Gioele Rigitano</cp:lastModifiedBy>
  <cp:revision>1</cp:revision>
  <dcterms:created xsi:type="dcterms:W3CDTF">2014-09-25T08:44:18Z</dcterms:created>
  <dcterms:modified xsi:type="dcterms:W3CDTF">2014-09-25T08:44:33Z</dcterms:modified>
</cp:coreProperties>
</file>