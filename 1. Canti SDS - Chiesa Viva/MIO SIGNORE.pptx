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312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02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533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86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134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313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868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084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817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035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224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rgbClr val="92D050"/>
            </a:gs>
            <a:gs pos="100000">
              <a:srgbClr val="FF660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69C6F-1B98-48C6-A096-7ED6ADCA7E2A}" type="datetimeFigureOut">
              <a:rPr lang="it-IT" smtClean="0"/>
              <a:t>18/07/2014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21E5F-451A-4DCE-A3E7-0D679D7990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9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9600" dirty="0" smtClean="0">
                <a:latin typeface="Berlin Sans FB" panose="020E0602020502020306" pitchFamily="34" charset="0"/>
              </a:rPr>
              <a:t>Mio Signore</a:t>
            </a:r>
            <a:endParaRPr lang="it-IT" sz="96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665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550" dirty="0" smtClean="0">
                <a:latin typeface="Berlin Sans FB" panose="020E0602020502020306" pitchFamily="34" charset="0"/>
              </a:rPr>
              <a:t>Mio Signore ricordati di me!</a:t>
            </a:r>
          </a:p>
          <a:p>
            <a:pPr marL="0" indent="0" algn="ctr">
              <a:buNone/>
            </a:pPr>
            <a:r>
              <a:rPr lang="it-IT" sz="5550" dirty="0" smtClean="0">
                <a:latin typeface="Berlin Sans FB" panose="020E0602020502020306" pitchFamily="34" charset="0"/>
              </a:rPr>
              <a:t>O </a:t>
            </a:r>
            <a:r>
              <a:rPr lang="it-IT" sz="5550" dirty="0" smtClean="0">
                <a:latin typeface="Berlin Sans FB" panose="020E0602020502020306" pitchFamily="34" charset="0"/>
              </a:rPr>
              <a:t>Mio Signore ricordati di me!</a:t>
            </a:r>
          </a:p>
          <a:p>
            <a:pPr marL="0" indent="0" algn="ctr">
              <a:buNone/>
            </a:pPr>
            <a:r>
              <a:rPr lang="it-IT" sz="5550" dirty="0" smtClean="0">
                <a:latin typeface="Berlin Sans FB" panose="020E0602020502020306" pitchFamily="34" charset="0"/>
              </a:rPr>
              <a:t>Mio Signore ricordati di me!</a:t>
            </a:r>
          </a:p>
          <a:p>
            <a:pPr marL="0" indent="0" algn="ctr">
              <a:buNone/>
            </a:pPr>
            <a:r>
              <a:rPr lang="it-IT" sz="5550" dirty="0" smtClean="0">
                <a:latin typeface="Berlin Sans FB" panose="020E0602020502020306" pitchFamily="34" charset="0"/>
              </a:rPr>
              <a:t>Non lasciarmi solo quaggiù!</a:t>
            </a:r>
            <a:endParaRPr lang="it-IT" sz="555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37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Mio Signore sei qui rimani in me!</a:t>
            </a:r>
            <a:endParaRPr lang="it-IT" sz="5400" dirty="0">
              <a:latin typeface="Berlin Sans FB" panose="020E0602020502020306" pitchFamily="34" charset="0"/>
            </a:endParaRPr>
          </a:p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O </a:t>
            </a:r>
            <a:r>
              <a:rPr lang="it-IT" sz="5400" dirty="0" smtClean="0">
                <a:latin typeface="Berlin Sans FB" panose="020E0602020502020306" pitchFamily="34" charset="0"/>
              </a:rPr>
              <a:t>Mio Signore sei qui rimani in me!</a:t>
            </a:r>
          </a:p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Mio Signore sei qui rimani in me!</a:t>
            </a:r>
          </a:p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La mia gioia vera sei tu.</a:t>
            </a:r>
          </a:p>
          <a:p>
            <a:pPr marL="0" indent="0" algn="ctr">
              <a:buNone/>
            </a:pPr>
            <a:endParaRPr lang="it-IT" sz="5400" dirty="0" smtClean="0">
              <a:latin typeface="Berlin Sans FB" panose="020E0602020502020306" pitchFamily="34" charset="0"/>
            </a:endParaRPr>
          </a:p>
          <a:p>
            <a:pPr marL="0" indent="0" algn="ctr">
              <a:buNone/>
            </a:pPr>
            <a:endParaRPr lang="it-IT" sz="5400" dirty="0" smtClean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494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Vieni Signore a vivere con me!</a:t>
            </a:r>
          </a:p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Vieni Signore a vivere con me!</a:t>
            </a:r>
          </a:p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Vieni Signore a vivere con me!</a:t>
            </a:r>
          </a:p>
          <a:p>
            <a:pPr marL="0" indent="0" algn="ctr">
              <a:buNone/>
            </a:pPr>
            <a:r>
              <a:rPr lang="it-IT" sz="5400" dirty="0" smtClean="0">
                <a:latin typeface="Berlin Sans FB" panose="020E0602020502020306" pitchFamily="34" charset="0"/>
              </a:rPr>
              <a:t>Che io mi senta vivo per te!</a:t>
            </a:r>
            <a:endParaRPr lang="it-IT" sz="5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655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04664"/>
            <a:ext cx="8291264" cy="5721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erlin Sans FB" panose="020E0602020502020306" pitchFamily="34" charset="0"/>
              </a:rPr>
              <a:t>Vieni Signore a vivere con me!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" panose="020E0602020502020306" pitchFamily="34" charset="0"/>
              </a:rPr>
              <a:t>Vieni Signore a vivere con me!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" panose="020E0602020502020306" pitchFamily="34" charset="0"/>
              </a:rPr>
              <a:t>Vieni Signore a vivere con me!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" panose="020E0602020502020306" pitchFamily="34" charset="0"/>
              </a:rPr>
              <a:t>Che io mi senta vivo per te!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" panose="020E0602020502020306" pitchFamily="34" charset="0"/>
              </a:rPr>
              <a:t>Che io mi senta vivo per te!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" panose="020E0602020502020306" pitchFamily="34" charset="0"/>
              </a:rPr>
              <a:t>Che io mi senta vivo per te!</a:t>
            </a:r>
          </a:p>
          <a:p>
            <a:pPr marL="0" indent="0" algn="ctr">
              <a:buNone/>
            </a:pPr>
            <a:endParaRPr lang="it-IT" sz="4800" dirty="0" smtClean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670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</Words>
  <Application>Microsoft Office PowerPoint</Application>
  <PresentationFormat>Presentazione su schermo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Mio Signore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Mio Signore</dc:title>
  <dc:creator>Windows XP</dc:creator>
  <cp:lastModifiedBy>Windows XP</cp:lastModifiedBy>
  <cp:revision>1</cp:revision>
  <dcterms:created xsi:type="dcterms:W3CDTF">2014-07-18T17:08:15Z</dcterms:created>
  <dcterms:modified xsi:type="dcterms:W3CDTF">2014-07-18T17:14:18Z</dcterms:modified>
</cp:coreProperties>
</file>