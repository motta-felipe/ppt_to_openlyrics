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791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680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762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668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62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852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873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2853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989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621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668D-3792-449D-AFB9-CD4FFD2D2948}" type="datetimeFigureOut">
              <a:rPr lang="it-IT" smtClean="0"/>
              <a:t>27/03/2015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95AD0-AAE0-4396-8737-3136DE12B5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73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>
                <a:latin typeface="Comic Sans MS" panose="030F0702030302020204" pitchFamily="66" charset="0"/>
              </a:rPr>
              <a:t>Se sei felice</a:t>
            </a:r>
            <a:endParaRPr lang="it-IT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https://lamiamimosa.files.wordpress.com/2013/01/lol.gif?w=4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9523" y="3272107"/>
            <a:ext cx="3276735" cy="327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5944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1209" y="622570"/>
            <a:ext cx="10643680" cy="55543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Comic Sans MS" panose="030F0702030302020204" pitchFamily="66" charset="0"/>
              </a:rPr>
              <a:t>Se sei felice e tu lo sai batti le mani</a:t>
            </a:r>
          </a:p>
          <a:p>
            <a:pPr marL="0" indent="0" algn="ctr">
              <a:buNone/>
            </a:pPr>
            <a:r>
              <a:rPr lang="it-IT" sz="4800" dirty="0" smtClean="0">
                <a:latin typeface="Comic Sans MS" panose="030F0702030302020204" pitchFamily="66" charset="0"/>
              </a:rPr>
              <a:t>Se sei felice e tu lo sai batti le mani</a:t>
            </a:r>
          </a:p>
          <a:p>
            <a:pPr marL="0" indent="0" algn="ctr">
              <a:buNone/>
            </a:pPr>
            <a:r>
              <a:rPr lang="it-IT" sz="4800" dirty="0" smtClean="0">
                <a:latin typeface="Comic Sans MS" panose="030F0702030302020204" pitchFamily="66" charset="0"/>
              </a:rPr>
              <a:t>Se sei felice e tu lo sai dimostrarmelo potrai</a:t>
            </a:r>
          </a:p>
          <a:p>
            <a:pPr marL="0" indent="0" algn="ctr">
              <a:buNone/>
            </a:pPr>
            <a:r>
              <a:rPr lang="it-IT" sz="4800" dirty="0" smtClean="0">
                <a:latin typeface="Comic Sans MS" panose="030F0702030302020204" pitchFamily="66" charset="0"/>
              </a:rPr>
              <a:t>Se sei felice e tu lo sai batti le mani</a:t>
            </a:r>
          </a:p>
          <a:p>
            <a:pPr marL="0" indent="0" algn="ctr">
              <a:buNone/>
            </a:pPr>
            <a:endParaRPr lang="it-IT" sz="4800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https://lamiamimosa.files.wordpress.com/2013/01/lol.gif?w=4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5085" y="4640094"/>
            <a:ext cx="2217905" cy="221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8256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612843"/>
            <a:ext cx="10515600" cy="55641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Comic Sans MS" panose="030F0702030302020204" pitchFamily="66" charset="0"/>
              </a:rPr>
              <a:t>Se sei felice e tu lo sai batti i piedi</a:t>
            </a:r>
          </a:p>
          <a:p>
            <a:pPr marL="0" indent="0" algn="ctr">
              <a:buNone/>
            </a:pPr>
            <a:r>
              <a:rPr lang="it-IT" sz="4800" dirty="0" smtClean="0">
                <a:latin typeface="Comic Sans MS" panose="030F0702030302020204" pitchFamily="66" charset="0"/>
              </a:rPr>
              <a:t>Se sei felice e tu lo sai batti i piedi</a:t>
            </a:r>
          </a:p>
          <a:p>
            <a:pPr marL="0" indent="0" algn="ctr">
              <a:buNone/>
            </a:pPr>
            <a:r>
              <a:rPr lang="it-IT" sz="4800" dirty="0" smtClean="0">
                <a:latin typeface="Comic Sans MS" panose="030F0702030302020204" pitchFamily="66" charset="0"/>
              </a:rPr>
              <a:t>Se sei felice e tu lo sai dimostrarmelo potrai</a:t>
            </a:r>
          </a:p>
          <a:p>
            <a:pPr marL="0" indent="0" algn="ctr">
              <a:buNone/>
            </a:pPr>
            <a:r>
              <a:rPr lang="it-IT" sz="4800" dirty="0" smtClean="0">
                <a:latin typeface="Comic Sans MS" panose="030F0702030302020204" pitchFamily="66" charset="0"/>
              </a:rPr>
              <a:t>Se sei felice e tu lo sai batti i piedi</a:t>
            </a:r>
            <a:endParaRPr lang="it-IT" sz="4800" dirty="0">
              <a:latin typeface="Comic Sans MS" panose="030F0702030302020204" pitchFamily="66" charset="0"/>
            </a:endParaRPr>
          </a:p>
        </p:txBody>
      </p:sp>
      <p:pic>
        <p:nvPicPr>
          <p:cNvPr id="3074" name="Picture 2" descr="https://lamiamimosa.files.wordpress.com/2013/01/lol.gif?w=4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439" y="4387175"/>
            <a:ext cx="2344365" cy="234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2649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622570"/>
            <a:ext cx="10515600" cy="55543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schiocca le dita</a:t>
            </a: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schiocca le dita</a:t>
            </a: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dimostrarmelo potrai</a:t>
            </a: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schiocca le dita</a:t>
            </a:r>
          </a:p>
          <a:p>
            <a:pPr marL="0" indent="0" algn="ctr">
              <a:buNone/>
            </a:pPr>
            <a:endParaRPr lang="it-IT" sz="4400" dirty="0">
              <a:latin typeface="Comic Sans MS" panose="030F0702030302020204" pitchFamily="66" charset="0"/>
            </a:endParaRPr>
          </a:p>
        </p:txBody>
      </p:sp>
      <p:pic>
        <p:nvPicPr>
          <p:cNvPr id="4098" name="Picture 2" descr="https://lamiamimosa.files.wordpress.com/2013/01/lol.gif?w=4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081" y="4513634"/>
            <a:ext cx="2033080" cy="203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9372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282102"/>
            <a:ext cx="10515600" cy="58948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fai l’occhiolino</a:t>
            </a: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fai l’occhiolino</a:t>
            </a: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dimostrarmelo potrai</a:t>
            </a:r>
            <a:endParaRPr lang="it-IT" sz="44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fai l’occhiolino</a:t>
            </a:r>
          </a:p>
          <a:p>
            <a:pPr marL="0" indent="0" algn="ctr">
              <a:buNone/>
            </a:pPr>
            <a:endParaRPr lang="it-IT" sz="4400" dirty="0" smtClean="0">
              <a:latin typeface="Comic Sans MS" panose="030F0702030302020204" pitchFamily="66" charset="0"/>
            </a:endParaRPr>
          </a:p>
        </p:txBody>
      </p:sp>
      <p:pic>
        <p:nvPicPr>
          <p:cNvPr id="5122" name="Picture 2" descr="https://lamiamimosa.files.wordpress.com/2013/01/lol.gif?w=4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4740" y="4303190"/>
            <a:ext cx="2449883" cy="244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7337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64659" y="437744"/>
            <a:ext cx="10515600" cy="56030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loda Dio (Amen)</a:t>
            </a: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  Se sei felice e tu lo sai loda Dio (Amen)</a:t>
            </a: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dimostrarmelo potrai</a:t>
            </a:r>
          </a:p>
          <a:p>
            <a:pPr marL="0" indent="0" algn="ctr">
              <a:buNone/>
            </a:pPr>
            <a:r>
              <a:rPr lang="it-IT" sz="4400" dirty="0" smtClean="0">
                <a:latin typeface="Comic Sans MS" panose="030F0702030302020204" pitchFamily="66" charset="0"/>
              </a:rPr>
              <a:t>Se sei felice e tu lo sai loda Dio (Amen)</a:t>
            </a:r>
          </a:p>
          <a:p>
            <a:pPr marL="0" indent="0" algn="ctr">
              <a:buNone/>
            </a:pPr>
            <a:endParaRPr lang="it-IT" sz="4400" dirty="0" smtClean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it-IT" sz="4400" dirty="0" smtClean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it-IT" sz="4400" dirty="0">
              <a:latin typeface="Comic Sans MS" panose="030F0702030302020204" pitchFamily="66" charset="0"/>
            </a:endParaRPr>
          </a:p>
        </p:txBody>
      </p:sp>
      <p:pic>
        <p:nvPicPr>
          <p:cNvPr id="6146" name="Picture 2" descr="https://lamiamimosa.files.wordpress.com/2013/01/lol.gif?w=4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599" y="4640093"/>
            <a:ext cx="2054662" cy="205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7607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89106"/>
            <a:ext cx="10515600" cy="5787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Se sei felice e tu lo sai fai tutto insieme (</a:t>
            </a:r>
            <a:r>
              <a:rPr lang="it-IT" sz="3600" dirty="0" err="1" smtClean="0">
                <a:latin typeface="Comic Sans MS" panose="030F0702030302020204" pitchFamily="66" charset="0"/>
              </a:rPr>
              <a:t>mani,piedi</a:t>
            </a:r>
            <a:r>
              <a:rPr lang="it-IT" sz="3600" dirty="0" smtClean="0">
                <a:latin typeface="Comic Sans MS" panose="030F0702030302020204" pitchFamily="66" charset="0"/>
              </a:rPr>
              <a:t>, </a:t>
            </a:r>
            <a:r>
              <a:rPr lang="it-IT" sz="3600" dirty="0" err="1" smtClean="0">
                <a:latin typeface="Comic Sans MS" panose="030F0702030302020204" pitchFamily="66" charset="0"/>
              </a:rPr>
              <a:t>dita,occhio,amen</a:t>
            </a:r>
            <a:r>
              <a:rPr lang="it-IT" sz="3600" dirty="0" smtClean="0">
                <a:latin typeface="Comic Sans MS" panose="030F0702030302020204" pitchFamily="66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Se sei felice e tu lo sai fai tutto insieme (</a:t>
            </a:r>
            <a:r>
              <a:rPr lang="it-IT" sz="3600" dirty="0" err="1" smtClean="0">
                <a:latin typeface="Comic Sans MS" panose="030F0702030302020204" pitchFamily="66" charset="0"/>
              </a:rPr>
              <a:t>mani,piedi</a:t>
            </a:r>
            <a:r>
              <a:rPr lang="it-IT" sz="3600" dirty="0" smtClean="0">
                <a:latin typeface="Comic Sans MS" panose="030F0702030302020204" pitchFamily="66" charset="0"/>
              </a:rPr>
              <a:t>, </a:t>
            </a:r>
            <a:r>
              <a:rPr lang="it-IT" sz="3600" dirty="0" err="1" smtClean="0">
                <a:latin typeface="Comic Sans MS" panose="030F0702030302020204" pitchFamily="66" charset="0"/>
              </a:rPr>
              <a:t>dita,occhio,amen</a:t>
            </a:r>
            <a:r>
              <a:rPr lang="it-IT" sz="3600" dirty="0" smtClean="0">
                <a:latin typeface="Comic Sans MS" panose="030F0702030302020204" pitchFamily="66" charset="0"/>
              </a:rPr>
              <a:t>)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Se sei felice e tu lo sai dimostrarmelo potrai</a:t>
            </a:r>
          </a:p>
          <a:p>
            <a:pPr marL="0" indent="0" algn="ctr">
              <a:buNone/>
            </a:pPr>
            <a:r>
              <a:rPr lang="it-IT" sz="3600" dirty="0" smtClean="0">
                <a:latin typeface="Comic Sans MS" panose="030F0702030302020204" pitchFamily="66" charset="0"/>
              </a:rPr>
              <a:t>Se sei felice e tu lo sai fai tutto insieme (</a:t>
            </a:r>
            <a:r>
              <a:rPr lang="it-IT" sz="3600" dirty="0" err="1" smtClean="0">
                <a:latin typeface="Comic Sans MS" panose="030F0702030302020204" pitchFamily="66" charset="0"/>
              </a:rPr>
              <a:t>mani,piedi</a:t>
            </a:r>
            <a:r>
              <a:rPr lang="it-IT" sz="3600" dirty="0" smtClean="0">
                <a:latin typeface="Comic Sans MS" panose="030F0702030302020204" pitchFamily="66" charset="0"/>
              </a:rPr>
              <a:t>, </a:t>
            </a:r>
            <a:r>
              <a:rPr lang="it-IT" sz="3600" dirty="0" err="1" smtClean="0">
                <a:latin typeface="Comic Sans MS" panose="030F0702030302020204" pitchFamily="66" charset="0"/>
              </a:rPr>
              <a:t>dita,occhio,amen</a:t>
            </a:r>
            <a:r>
              <a:rPr lang="it-IT" sz="3600" dirty="0" smtClean="0">
                <a:latin typeface="Comic Sans MS" panose="030F0702030302020204" pitchFamily="66" charset="0"/>
              </a:rPr>
              <a:t>)</a:t>
            </a:r>
          </a:p>
          <a:p>
            <a:pPr marL="0" indent="0" algn="ctr">
              <a:buNone/>
            </a:pPr>
            <a:endParaRPr lang="it-IT" sz="3600" dirty="0" smtClean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it-IT" sz="3600" dirty="0">
              <a:latin typeface="Comic Sans MS" panose="030F0702030302020204" pitchFamily="66" charset="0"/>
            </a:endParaRPr>
          </a:p>
        </p:txBody>
      </p:sp>
      <p:pic>
        <p:nvPicPr>
          <p:cNvPr id="7170" name="Picture 2" descr="https://lamiamimosa.files.wordpress.com/2013/01/lol.gif?w=4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728" y="4264327"/>
            <a:ext cx="2508250" cy="25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5352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256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Comic Sans MS</vt:lpstr>
      <vt:lpstr>Tema di Office</vt:lpstr>
      <vt:lpstr>Se sei felice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sei felice</dc:title>
  <dc:creator>Paolo Giametta</dc:creator>
  <cp:lastModifiedBy>Paolo Giametta</cp:lastModifiedBy>
  <cp:revision>4</cp:revision>
  <dcterms:created xsi:type="dcterms:W3CDTF">2015-03-27T22:22:18Z</dcterms:created>
  <dcterms:modified xsi:type="dcterms:W3CDTF">2015-03-27T23:02:55Z</dcterms:modified>
</cp:coreProperties>
</file>