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>
        <p:scale>
          <a:sx n="75" d="100"/>
          <a:sy n="75" d="100"/>
        </p:scale>
        <p:origin x="540" y="-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AD623-59A5-4195-B116-FB9022A80B93}" type="datetimeFigureOut">
              <a:rPr lang="it-IT" smtClean="0"/>
              <a:t>25/09/2014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AC584-AA40-4DAF-B15E-9F5BB306DB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20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AC584-AA40-4DAF-B15E-9F5BB306DBB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507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50841551"/>
      </p:ext>
    </p:extLst>
  </p:cSld>
  <p:clrMapOvr>
    <a:masterClrMapping/>
  </p:clrMapOvr>
  <p:transition spd="med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2962762"/>
      </p:ext>
    </p:extLst>
  </p:cSld>
  <p:clrMapOvr>
    <a:masterClrMapping/>
  </p:clrMapOvr>
  <p:transition spd="med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5139138"/>
      </p:ext>
    </p:extLst>
  </p:cSld>
  <p:clrMapOvr>
    <a:masterClrMapping/>
  </p:clrMapOvr>
  <p:transition spd="med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2240032"/>
      </p:ext>
    </p:extLst>
  </p:cSld>
  <p:clrMapOvr>
    <a:masterClrMapping/>
  </p:clrMapOvr>
  <p:transition spd="med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5033204"/>
      </p:ext>
    </p:extLst>
  </p:cSld>
  <p:clrMapOvr>
    <a:masterClrMapping/>
  </p:clrMapOvr>
  <p:transition spd="med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6845788"/>
      </p:ext>
    </p:extLst>
  </p:cSld>
  <p:clrMapOvr>
    <a:masterClrMapping/>
  </p:clrMapOvr>
  <p:transition spd="med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368226"/>
      </p:ext>
    </p:extLst>
  </p:cSld>
  <p:clrMapOvr>
    <a:masterClrMapping/>
  </p:clrMapOvr>
  <p:transition spd="med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27848001"/>
      </p:ext>
    </p:extLst>
  </p:cSld>
  <p:clrMapOvr>
    <a:masterClrMapping/>
  </p:clrMapOvr>
  <p:transition spd="med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7864172"/>
      </p:ext>
    </p:extLst>
  </p:cSld>
  <p:clrMapOvr>
    <a:masterClrMapping/>
  </p:clrMapOvr>
  <p:transition spd="med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1744664"/>
      </p:ext>
    </p:extLst>
  </p:cSld>
  <p:clrMapOvr>
    <a:masterClrMapping/>
  </p:clrMapOvr>
  <p:transition spd="med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69049913"/>
      </p:ext>
    </p:extLst>
  </p:cSld>
  <p:clrMapOvr>
    <a:masterClrMapping/>
  </p:clrMapOvr>
  <p:transition spd="med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31000">
              <a:schemeClr val="accent1">
                <a:lumMod val="40000"/>
                <a:lumOff val="60000"/>
              </a:schemeClr>
            </a:gs>
            <a:gs pos="70000">
              <a:schemeClr val="accent2">
                <a:lumMod val="20000"/>
                <a:lumOff val="80000"/>
              </a:schemeClr>
            </a:gs>
            <a:gs pos="100000">
              <a:schemeClr val="accent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BA6A5-CF2B-4467-B733-FCED00F8A1D6}" type="datetimeFigureOut">
              <a:rPr lang="it-IT" smtClean="0"/>
              <a:t>25/09/2014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D9A8C-3A9E-4E77-9C12-A36B0352A4D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226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dissolv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262131"/>
            <a:ext cx="12192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800" dirty="0" smtClean="0">
                <a:solidFill>
                  <a:srgbClr val="3366FF"/>
                </a:solidFill>
              </a:rPr>
              <a:t>Con Gesù nella famiglia</a:t>
            </a:r>
            <a:endParaRPr lang="it-IT" sz="138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424027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519707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Con Gesù nella famiglia, che felicità, che felicità, che felicità.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1834414015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77370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Con Gesù nella famiglia, che felicità, che felicità.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2095310017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519707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Con papà nella famiglia, che felicità, che felicità, che felicità.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3518472554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722907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Con papà nella famiglia, che felicità, che felicità.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3166882306"/>
      </p:ext>
    </p:extLst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354607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800" dirty="0" smtClean="0"/>
              <a:t>Con mamma nella famiglia, che felicità, che felicità, che felicità.</a:t>
            </a:r>
            <a:endParaRPr lang="it-IT" sz="8800" dirty="0"/>
          </a:p>
        </p:txBody>
      </p:sp>
    </p:spTree>
    <p:extLst>
      <p:ext uri="{BB962C8B-B14F-4D97-AF65-F5344CB8AC3E}">
        <p14:creationId xmlns:p14="http://schemas.microsoft.com/office/powerpoint/2010/main" val="3204586505"/>
      </p:ext>
    </p:extLst>
  </p:cSld>
  <p:clrMapOvr>
    <a:masterClrMapping/>
  </p:clrMapOvr>
  <p:transition spd="med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1405407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9600" dirty="0" smtClean="0"/>
              <a:t>Con mamma nella famiglia, che felicità, che felicità.</a:t>
            </a:r>
            <a:endParaRPr lang="it-IT" sz="9600" dirty="0"/>
          </a:p>
        </p:txBody>
      </p:sp>
    </p:spTree>
    <p:extLst>
      <p:ext uri="{BB962C8B-B14F-4D97-AF65-F5344CB8AC3E}">
        <p14:creationId xmlns:p14="http://schemas.microsoft.com/office/powerpoint/2010/main" val="153505518"/>
      </p:ext>
    </p:extLst>
  </p:cSld>
  <p:clrMapOvr>
    <a:masterClrMapping/>
  </p:clrMapOvr>
  <p:transition spd="med">
    <p:dissolve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80</Words>
  <Application>Microsoft Office PowerPoint</Application>
  <PresentationFormat>Widescreen</PresentationFormat>
  <Paragraphs>8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Gioele Rigitano</dc:creator>
  <cp:lastModifiedBy>Gioele Rigitano</cp:lastModifiedBy>
  <cp:revision>2</cp:revision>
  <dcterms:created xsi:type="dcterms:W3CDTF">2014-09-25T08:30:27Z</dcterms:created>
  <dcterms:modified xsi:type="dcterms:W3CDTF">2014-09-25T08:38:11Z</dcterms:modified>
</cp:coreProperties>
</file>