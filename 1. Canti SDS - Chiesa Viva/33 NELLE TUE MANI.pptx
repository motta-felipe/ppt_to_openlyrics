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9064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5816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971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07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15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4428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461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121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419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363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834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CC38C-7524-40A1-98F7-95FCD98A2A58}" type="datetimeFigureOut">
              <a:rPr lang="it-IT" smtClean="0"/>
              <a:t>22/11/2013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B653A-88BA-407B-80D2-B09C4E92858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075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3.bp.blogspot.com/_FJ-Lju1k1ic/TLTC3TfPa0I/AAAAAAAADKo/6gDFHo1egDg/s1600/mano+di+Di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96" y="0"/>
            <a:ext cx="9176444" cy="694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27584" y="2046952"/>
            <a:ext cx="7772400" cy="1470025"/>
          </a:xfrm>
        </p:spPr>
        <p:txBody>
          <a:bodyPr>
            <a:noAutofit/>
          </a:bodyPr>
          <a:lstStyle/>
          <a:p>
            <a:r>
              <a:rPr lang="it-IT" sz="9600" b="1" i="1" dirty="0" smtClean="0">
                <a:latin typeface="Candara" panose="020E0502030303020204" pitchFamily="34" charset="0"/>
              </a:rPr>
              <a:t>NELLE TUE MANI</a:t>
            </a:r>
            <a:endParaRPr lang="it-IT" sz="9600" b="1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22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FF9999"/>
            </a:gs>
            <a:gs pos="74000">
              <a:schemeClr val="tx2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355976" y="188640"/>
            <a:ext cx="4258816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Century Gothic" panose="020B0502020202020204" pitchFamily="34" charset="0"/>
              </a:rPr>
              <a:t>Nelle tue mani affido la vita</a:t>
            </a:r>
            <a:endParaRPr lang="it-IT" sz="4400" b="1" dirty="0" smtClean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it-IT" sz="4400" b="1" dirty="0" smtClean="0">
                <a:latin typeface="Century Gothic" panose="020B0502020202020204" pitchFamily="34" charset="0"/>
              </a:rPr>
              <a:t>Dio mia salvezza sei tu.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entury Gothic" panose="020B0502020202020204" pitchFamily="34" charset="0"/>
              </a:rPr>
              <a:t>Volgi il tuo sguardo al mio cuore,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entury Gothic" panose="020B0502020202020204" pitchFamily="34" charset="0"/>
              </a:rPr>
              <a:t>Con te al sicuro sarò.</a:t>
            </a:r>
            <a:endParaRPr lang="it-IT" sz="4400" b="1" dirty="0">
              <a:latin typeface="Century Gothic" panose="020B0502020202020204" pitchFamily="34" charset="0"/>
            </a:endParaRPr>
          </a:p>
        </p:txBody>
      </p:sp>
      <p:pic>
        <p:nvPicPr>
          <p:cNvPr id="2050" name="Picture 2" descr="http://3.bp.blogspot.com/_FJ-Lju1k1ic/TLTC3TfPa0I/AAAAAAAADKo/6gDFHo1egDg/s1600/mano+di+Di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4665"/>
            <a:ext cx="3563888" cy="600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285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04664"/>
            <a:ext cx="3889830" cy="6280742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416" y="389541"/>
            <a:ext cx="5256584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b="1" dirty="0" smtClean="0">
                <a:latin typeface="Century Gothic" panose="020B0502020202020204" pitchFamily="34" charset="0"/>
              </a:rPr>
              <a:t>Padre del cielo, per il tuo nome vivrò,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entury Gothic" panose="020B0502020202020204" pitchFamily="34" charset="0"/>
              </a:rPr>
              <a:t>Un sacrificio con la mia lode io ti offrirò,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entury Gothic" panose="020B0502020202020204" pitchFamily="34" charset="0"/>
              </a:rPr>
              <a:t>Per tutto ciò che sempre mi dai.</a:t>
            </a:r>
            <a:endParaRPr lang="it-IT" sz="48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005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355976" y="404664"/>
            <a:ext cx="4330824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600" b="1" dirty="0" smtClean="0">
                <a:latin typeface="Century Gothic" panose="020B0502020202020204" pitchFamily="34" charset="0"/>
              </a:rPr>
              <a:t>Padre del cielo, per il tuo nome </a:t>
            </a:r>
            <a:r>
              <a:rPr lang="it-IT" sz="3600" b="1" dirty="0" smtClean="0">
                <a:latin typeface="Century Gothic" panose="020B0502020202020204" pitchFamily="34" charset="0"/>
              </a:rPr>
              <a:t>vivrò,</a:t>
            </a:r>
            <a:endParaRPr lang="it-IT" sz="3600" b="1" dirty="0" smtClean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it-IT" sz="3600" b="1" dirty="0" smtClean="0">
                <a:latin typeface="Century Gothic" panose="020B0502020202020204" pitchFamily="34" charset="0"/>
              </a:rPr>
              <a:t>Scruta il mio cuore e la mia lode io ti offrirò,</a:t>
            </a:r>
          </a:p>
          <a:p>
            <a:pPr marL="0" indent="0" algn="ctr">
              <a:buNone/>
            </a:pPr>
            <a:r>
              <a:rPr lang="it-IT" sz="3600" b="1" dirty="0" smtClean="0">
                <a:latin typeface="Century Gothic" panose="020B0502020202020204" pitchFamily="34" charset="0"/>
              </a:rPr>
              <a:t>Per tutto ciò che sempre mi donerai, </a:t>
            </a:r>
          </a:p>
          <a:p>
            <a:pPr marL="0" indent="0" algn="ctr">
              <a:buNone/>
            </a:pPr>
            <a:r>
              <a:rPr lang="it-IT" sz="3600" b="1" dirty="0" smtClean="0">
                <a:latin typeface="Century Gothic" panose="020B0502020202020204" pitchFamily="34" charset="0"/>
              </a:rPr>
              <a:t>O Dio di ogni bontà.</a:t>
            </a:r>
            <a:endParaRPr lang="it-IT" sz="3600" b="1" dirty="0">
              <a:latin typeface="Century Gothic" panose="020B050202020202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4664"/>
            <a:ext cx="373163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91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FF9999"/>
            </a:gs>
            <a:gs pos="74000">
              <a:schemeClr val="tx2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11960" y="332658"/>
            <a:ext cx="4608512" cy="6161182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Nelle tue mani è la mia vita,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Dio mia speranza sei tu.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Donami pace o Signore,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Con te al sicuro vivrò.</a:t>
            </a:r>
            <a:endParaRPr lang="it-IT" sz="5400" b="1" i="1" dirty="0">
              <a:latin typeface="Century Gothic" panose="020B0502020202020204" pitchFamily="34" charset="0"/>
            </a:endParaRPr>
          </a:p>
        </p:txBody>
      </p:sp>
      <p:pic>
        <p:nvPicPr>
          <p:cNvPr id="5122" name="Picture 2" descr="http://3.bp.blogspot.com/_FJ-Lju1k1ic/TLTC3TfPa0I/AAAAAAAADKo/6gDFHo1egDg/s1600/mano+di+Di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2657"/>
            <a:ext cx="3744416" cy="616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765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04664"/>
            <a:ext cx="3889830" cy="6280742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416" y="389541"/>
            <a:ext cx="5256584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b="1" dirty="0" smtClean="0">
                <a:latin typeface="Century Gothic" panose="020B0502020202020204" pitchFamily="34" charset="0"/>
              </a:rPr>
              <a:t>Padre del cielo, per il tuo nome vivrò,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entury Gothic" panose="020B0502020202020204" pitchFamily="34" charset="0"/>
              </a:rPr>
              <a:t>Un sacrificio con la mia lode io ti offrirò,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entury Gothic" panose="020B0502020202020204" pitchFamily="34" charset="0"/>
              </a:rPr>
              <a:t>Per tutto ciò che sempre mi dai.</a:t>
            </a:r>
            <a:endParaRPr lang="it-IT" sz="48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851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04664"/>
            <a:ext cx="3672408" cy="6280742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416" y="389541"/>
            <a:ext cx="5256584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Century Gothic" panose="020B0502020202020204" pitchFamily="34" charset="0"/>
              </a:rPr>
              <a:t>Padre del cielo, per il tuo nome vivrò</a:t>
            </a:r>
            <a:r>
              <a:rPr lang="it-IT" sz="4400" b="1" dirty="0" smtClean="0">
                <a:latin typeface="Century Gothic" panose="020B050202020202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entury Gothic" panose="020B0502020202020204" pitchFamily="34" charset="0"/>
              </a:rPr>
              <a:t>Scruta il mio cuore e la mia lode io ti offrirò,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entury Gothic" panose="020B0502020202020204" pitchFamily="34" charset="0"/>
              </a:rPr>
              <a:t>Per tutto ciò che sempre mi donerai…</a:t>
            </a:r>
            <a:endParaRPr lang="it-IT" sz="4400" b="1" dirty="0" smtClean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756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04664"/>
            <a:ext cx="3889830" cy="6280742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416" y="389541"/>
            <a:ext cx="5256584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b="1" dirty="0" smtClean="0">
                <a:latin typeface="Century Gothic" panose="020B0502020202020204" pitchFamily="34" charset="0"/>
              </a:rPr>
              <a:t>Oh Dio di ogni bontà,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Century Gothic" panose="020B0502020202020204" pitchFamily="34" charset="0"/>
              </a:rPr>
              <a:t>Oh Dio di ogni…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Century Gothic" panose="020B0502020202020204" pitchFamily="34" charset="0"/>
              </a:rPr>
              <a:t>BONTA’!!</a:t>
            </a:r>
            <a:endParaRPr lang="it-IT" sz="6000" b="1" dirty="0" smtClean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8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2F2F2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189</Words>
  <Application>Microsoft Office PowerPoint</Application>
  <PresentationFormat>Presentazione su schermo (4:3)</PresentationFormat>
  <Paragraphs>25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9" baseType="lpstr">
      <vt:lpstr>Tema di Office</vt:lpstr>
      <vt:lpstr>NELLE TUE MANI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NELLE TUE MANI</dc:title>
  <dc:creator>P A O L O</dc:creator>
  <cp:lastModifiedBy>P A O L O</cp:lastModifiedBy>
  <cp:revision>5</cp:revision>
  <dcterms:created xsi:type="dcterms:W3CDTF">2013-11-23T03:27:14Z</dcterms:created>
  <dcterms:modified xsi:type="dcterms:W3CDTF">2013-11-23T08:50:40Z</dcterms:modified>
</cp:coreProperties>
</file>