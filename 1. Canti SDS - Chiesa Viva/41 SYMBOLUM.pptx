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56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744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785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312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53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77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661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297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836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219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926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FFF200"/>
            </a:gs>
            <a:gs pos="70000">
              <a:srgbClr val="FF0300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D68DA-C929-4C90-9C13-B2456ACB1A09}" type="datetimeFigureOut">
              <a:rPr lang="it-IT" smtClean="0"/>
              <a:t>05/07/2013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0C26-EAD6-4B75-8A48-8C3A324584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282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11500" b="1" i="1" u="sng" dirty="0" smtClean="0">
                <a:latin typeface="Candara" pitchFamily="34" charset="0"/>
              </a:rPr>
              <a:t>SYMBOLUM</a:t>
            </a:r>
            <a:endParaRPr lang="it-IT" sz="11500" b="1" i="1" u="sng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1673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0"/>
            <a:ext cx="8229600" cy="557748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650" b="1" dirty="0" smtClean="0">
                <a:latin typeface="Candara" pitchFamily="34" charset="0"/>
              </a:rPr>
              <a:t>Tu sei la mia vita altro io non ho, Tu sei la mia strada, la mia verità.</a:t>
            </a:r>
          </a:p>
          <a:p>
            <a:pPr marL="0" indent="0" algn="ctr">
              <a:buNone/>
            </a:pPr>
            <a:r>
              <a:rPr lang="it-IT" sz="4650" b="1" dirty="0" smtClean="0">
                <a:latin typeface="Candara" pitchFamily="34" charset="0"/>
              </a:rPr>
              <a:t>Nella </a:t>
            </a:r>
            <a:r>
              <a:rPr lang="it-IT" sz="4650" b="1" dirty="0">
                <a:latin typeface="Candara" pitchFamily="34" charset="0"/>
              </a:rPr>
              <a:t>T</a:t>
            </a:r>
            <a:r>
              <a:rPr lang="it-IT" sz="4650" b="1" dirty="0" smtClean="0">
                <a:latin typeface="Candara" pitchFamily="34" charset="0"/>
              </a:rPr>
              <a:t>ua parola io camminerò finché avrò respiro, fino a quando Tu vorrai.</a:t>
            </a:r>
          </a:p>
          <a:p>
            <a:pPr marL="0" indent="0" algn="ctr">
              <a:buNone/>
            </a:pPr>
            <a:r>
              <a:rPr lang="it-IT" sz="4650" b="1" dirty="0" smtClean="0">
                <a:latin typeface="Candara" pitchFamily="34" charset="0"/>
              </a:rPr>
              <a:t>Non avrò paura sai, se Tu sei con me, io Ti prego resta con me.</a:t>
            </a:r>
            <a:endParaRPr lang="it-IT" sz="465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22104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andara" pitchFamily="34" charset="0"/>
              </a:rPr>
              <a:t>Credo in </a:t>
            </a:r>
            <a:r>
              <a:rPr lang="it-IT" sz="4400" b="1" dirty="0">
                <a:latin typeface="Candara" pitchFamily="34" charset="0"/>
              </a:rPr>
              <a:t>T</a:t>
            </a:r>
            <a:r>
              <a:rPr lang="it-IT" sz="4400" b="1" dirty="0" smtClean="0">
                <a:latin typeface="Candara" pitchFamily="34" charset="0"/>
              </a:rPr>
              <a:t>e Signore, nato da Maria, Figlio eterno e santo, uomo come noi.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itchFamily="34" charset="0"/>
              </a:rPr>
              <a:t>Morto per amore, vivo in mezzo noi, una cosa sola con il Padre e con i tuoi,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itchFamily="34" charset="0"/>
              </a:rPr>
              <a:t>Fino a quando, io lo so, Tu ritornerai, per aprirci il Regno di Dio.</a:t>
            </a:r>
          </a:p>
        </p:txBody>
      </p:sp>
    </p:spTree>
    <p:extLst>
      <p:ext uri="{BB962C8B-B14F-4D97-AF65-F5344CB8AC3E}">
        <p14:creationId xmlns:p14="http://schemas.microsoft.com/office/powerpoint/2010/main" val="325337269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Candara" pitchFamily="34" charset="0"/>
              </a:rPr>
              <a:t>Tu sei la mia forza, altro io non ho, Tu sei la mia pace, la mia libertà.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itchFamily="34" charset="0"/>
              </a:rPr>
              <a:t>Niente nella vita ci separerà, so che la Tua mano forte non mi lascerà,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Candara" pitchFamily="34" charset="0"/>
              </a:rPr>
              <a:t>So che da ogni male Tu mi libererai e nel Tuo perdono vivrò.</a:t>
            </a:r>
          </a:p>
        </p:txBody>
      </p:sp>
    </p:spTree>
    <p:extLst>
      <p:ext uri="{BB962C8B-B14F-4D97-AF65-F5344CB8AC3E}">
        <p14:creationId xmlns:p14="http://schemas.microsoft.com/office/powerpoint/2010/main" val="258912127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332656"/>
            <a:ext cx="8291264" cy="62646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200" b="1" dirty="0" smtClean="0">
                <a:latin typeface="Candara" pitchFamily="34" charset="0"/>
              </a:rPr>
              <a:t>Padre della vita noi crediamo in Te, Figlio Salvatore noi speriamo in Te, </a:t>
            </a:r>
          </a:p>
          <a:p>
            <a:pPr marL="0" indent="0" algn="ctr">
              <a:buNone/>
            </a:pPr>
            <a:r>
              <a:rPr lang="it-IT" sz="4200" b="1" dirty="0" smtClean="0">
                <a:latin typeface="Candara" pitchFamily="34" charset="0"/>
              </a:rPr>
              <a:t>Spirito d’amore vieni in mezzo a noi, Tu da mille strade ci raduni in unità.</a:t>
            </a:r>
          </a:p>
          <a:p>
            <a:pPr marL="0" indent="0" algn="ctr">
              <a:buNone/>
            </a:pPr>
            <a:r>
              <a:rPr lang="it-IT" sz="4200" b="1" dirty="0" smtClean="0">
                <a:latin typeface="Candara" pitchFamily="34" charset="0"/>
              </a:rPr>
              <a:t>E per mille strade poi, dove Tu vorrai, noi saremo il seme di </a:t>
            </a:r>
            <a:r>
              <a:rPr lang="it-IT" sz="4200" b="1" dirty="0" smtClean="0">
                <a:latin typeface="Candara" pitchFamily="34" charset="0"/>
              </a:rPr>
              <a:t>Dio</a:t>
            </a:r>
            <a:r>
              <a:rPr lang="it-IT" sz="4200" b="1" dirty="0">
                <a:latin typeface="Candara" pitchFamily="34" charset="0"/>
              </a:rPr>
              <a:t>, noi saremo il seme di Dio, noi saremo il seme di </a:t>
            </a:r>
            <a:r>
              <a:rPr lang="it-IT" sz="4200" b="1" dirty="0" smtClean="0">
                <a:latin typeface="Candara" pitchFamily="34" charset="0"/>
              </a:rPr>
              <a:t>Dio</a:t>
            </a:r>
            <a:r>
              <a:rPr lang="it-IT" sz="4200" b="1" dirty="0">
                <a:latin typeface="Candara" pitchFamily="34" charset="0"/>
              </a:rPr>
              <a:t>!</a:t>
            </a:r>
            <a:endParaRPr lang="it-IT" sz="420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7586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224</Words>
  <Application>Microsoft Office PowerPoint</Application>
  <PresentationFormat>Presentazione su schermo 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SYMBOLUM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SYMBOLUM</dc:title>
  <dc:creator>Gruppo Merate-Olgiat</dc:creator>
  <cp:lastModifiedBy>Gruppo Merate-Olgiat</cp:lastModifiedBy>
  <cp:revision>4</cp:revision>
  <dcterms:created xsi:type="dcterms:W3CDTF">2013-07-05T16:11:28Z</dcterms:created>
  <dcterms:modified xsi:type="dcterms:W3CDTF">2013-07-05T16:35:36Z</dcterms:modified>
</cp:coreProperties>
</file>