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5206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373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9854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801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2849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2880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797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55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15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679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519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D6119-81FA-49E6-B0A6-E1F614EF9057}" type="datetimeFigureOut">
              <a:rPr lang="it-IT" smtClean="0"/>
              <a:t>02/09/2023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E685C-1DF4-4C88-8069-C0CD07489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71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32626" y="1079230"/>
            <a:ext cx="9144000" cy="4942008"/>
          </a:xfrm>
        </p:spPr>
        <p:txBody>
          <a:bodyPr anchor="ctr">
            <a:normAutofit/>
          </a:bodyPr>
          <a:lstStyle/>
          <a:p>
            <a:r>
              <a:rPr lang="it-IT" sz="115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Al sicuro in Te</a:t>
            </a:r>
          </a:p>
        </p:txBody>
      </p:sp>
    </p:spTree>
    <p:extLst>
      <p:ext uri="{BB962C8B-B14F-4D97-AF65-F5344CB8AC3E}">
        <p14:creationId xmlns:p14="http://schemas.microsoft.com/office/powerpoint/2010/main" val="3999705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163902"/>
            <a:ext cx="10515600" cy="650431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Vengo a Te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Proteggimi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Coprimi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 la Tua mano o Dio</a:t>
            </a:r>
          </a:p>
        </p:txBody>
      </p:sp>
    </p:spTree>
    <p:extLst>
      <p:ext uri="{BB962C8B-B14F-4D97-AF65-F5344CB8AC3E}">
        <p14:creationId xmlns:p14="http://schemas.microsoft.com/office/powerpoint/2010/main" val="420870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371475"/>
            <a:ext cx="105156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Quando la tempesta arriverà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Volerò più in alto insieme a Te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Sei al di sopra di ogni avversità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Sarò al sicuro in Te, Signor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endParaRPr lang="it-IT" sz="8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35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7806" y="603849"/>
            <a:ext cx="11542142" cy="5978555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Il mio cuor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Riposa solo in Te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Confiderò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Nella potenza Tua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endParaRPr lang="it-IT" sz="8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15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509497"/>
            <a:ext cx="105156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Quando la tempesta arriverà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Volerò più in alto insieme a Te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Sei al di sopra di ogni avversità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Sarò al sicuro in Te, Signor </a:t>
            </a:r>
            <a:r>
              <a:rPr lang="it-IT" sz="800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(x2)</a:t>
            </a:r>
            <a:endParaRPr lang="it-IT" sz="8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Sarò al sicuro in Te, Signor.</a:t>
            </a:r>
            <a:b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endParaRPr lang="it-IT" sz="8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6134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102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Microsoft Himalaya</vt:lpstr>
      <vt:lpstr>Tema di Office</vt:lpstr>
      <vt:lpstr>Al sicuro in Te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sicuro in Te</dc:title>
  <dc:creator>Paolo Giametta</dc:creator>
  <cp:lastModifiedBy>Chiesa Merate</cp:lastModifiedBy>
  <cp:revision>3</cp:revision>
  <dcterms:created xsi:type="dcterms:W3CDTF">2017-07-28T16:23:54Z</dcterms:created>
  <dcterms:modified xsi:type="dcterms:W3CDTF">2023-09-02T09:14:14Z</dcterms:modified>
</cp:coreProperties>
</file>