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C84-F490-4798-9E45-0887B056A02E}" type="datetimeFigureOut">
              <a:rPr lang="it-IT" smtClean="0"/>
              <a:t>21/05/2014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1252-D069-4970-9D9F-273110E13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2087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C84-F490-4798-9E45-0887B056A02E}" type="datetimeFigureOut">
              <a:rPr lang="it-IT" smtClean="0"/>
              <a:t>21/05/2014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1252-D069-4970-9D9F-273110E13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0360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C84-F490-4798-9E45-0887B056A02E}" type="datetimeFigureOut">
              <a:rPr lang="it-IT" smtClean="0"/>
              <a:t>21/05/2014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1252-D069-4970-9D9F-273110E13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354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C84-F490-4798-9E45-0887B056A02E}" type="datetimeFigureOut">
              <a:rPr lang="it-IT" smtClean="0"/>
              <a:t>21/05/2014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1252-D069-4970-9D9F-273110E13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2570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C84-F490-4798-9E45-0887B056A02E}" type="datetimeFigureOut">
              <a:rPr lang="it-IT" smtClean="0"/>
              <a:t>21/05/2014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1252-D069-4970-9D9F-273110E13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413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C84-F490-4798-9E45-0887B056A02E}" type="datetimeFigureOut">
              <a:rPr lang="it-IT" smtClean="0"/>
              <a:t>21/05/2014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1252-D069-4970-9D9F-273110E13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8758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C84-F490-4798-9E45-0887B056A02E}" type="datetimeFigureOut">
              <a:rPr lang="it-IT" smtClean="0"/>
              <a:t>21/05/2014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1252-D069-4970-9D9F-273110E13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3806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C84-F490-4798-9E45-0887B056A02E}" type="datetimeFigureOut">
              <a:rPr lang="it-IT" smtClean="0"/>
              <a:t>21/05/2014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1252-D069-4970-9D9F-273110E13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529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C84-F490-4798-9E45-0887B056A02E}" type="datetimeFigureOut">
              <a:rPr lang="it-IT" smtClean="0"/>
              <a:t>21/05/2014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1252-D069-4970-9D9F-273110E13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034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C84-F490-4798-9E45-0887B056A02E}" type="datetimeFigureOut">
              <a:rPr lang="it-IT" smtClean="0"/>
              <a:t>21/05/2014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1252-D069-4970-9D9F-273110E13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1057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C84-F490-4798-9E45-0887B056A02E}" type="datetimeFigureOut">
              <a:rPr lang="it-IT" smtClean="0"/>
              <a:t>21/05/2014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1252-D069-4970-9D9F-273110E13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467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3000">
              <a:srgbClr val="FF00FF"/>
            </a:gs>
            <a:gs pos="0">
              <a:srgbClr val="03D4A8"/>
            </a:gs>
            <a:gs pos="92000">
              <a:srgbClr val="0087E6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CCC84-F490-4798-9E45-0887B056A02E}" type="datetimeFigureOut">
              <a:rPr lang="it-IT" smtClean="0"/>
              <a:t>21/05/2014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E1252-D069-4970-9D9F-273110E13D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228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7200" dirty="0" smtClean="0">
                <a:latin typeface="Baskerville Old Face" panose="02020602080505020303" pitchFamily="18" charset="0"/>
              </a:rPr>
              <a:t>No me importa</a:t>
            </a:r>
            <a:endParaRPr lang="it-IT" sz="72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97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latin typeface="Baskerville Old Face" panose="02020602080505020303" pitchFamily="18" charset="0"/>
              </a:rPr>
              <a:t>No me importa de donde tu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vengas</a:t>
            </a:r>
            <a:endParaRPr lang="it-IT" sz="5400" dirty="0" smtClean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it-IT" sz="5400" dirty="0" smtClean="0">
                <a:latin typeface="Baskerville Old Face" panose="02020602080505020303" pitchFamily="18" charset="0"/>
              </a:rPr>
              <a:t>Si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detras</a:t>
            </a:r>
            <a:r>
              <a:rPr lang="it-IT" sz="5400" dirty="0" smtClean="0">
                <a:latin typeface="Baskerville Old Face" panose="02020602080505020303" pitchFamily="18" charset="0"/>
              </a:rPr>
              <a:t> del calvario tu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estas</a:t>
            </a:r>
            <a:endParaRPr lang="it-IT" sz="5400" dirty="0" smtClean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it-IT" sz="5400" dirty="0" smtClean="0">
                <a:latin typeface="Baskerville Old Face" panose="02020602080505020303" pitchFamily="18" charset="0"/>
              </a:rPr>
              <a:t>Si tu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corazon</a:t>
            </a:r>
            <a:r>
              <a:rPr lang="it-IT" sz="5400" dirty="0" smtClean="0">
                <a:latin typeface="Baskerville Old Face" panose="02020602080505020303" pitchFamily="18" charset="0"/>
              </a:rPr>
              <a:t> es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como</a:t>
            </a:r>
            <a:r>
              <a:rPr lang="it-IT" sz="5400" dirty="0" smtClean="0">
                <a:latin typeface="Baskerville Old Face" panose="02020602080505020303" pitchFamily="18" charset="0"/>
              </a:rPr>
              <a:t>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el</a:t>
            </a:r>
            <a:r>
              <a:rPr lang="it-IT" sz="5400" dirty="0" smtClean="0">
                <a:latin typeface="Baskerville Old Face" panose="02020602080505020303" pitchFamily="18" charset="0"/>
              </a:rPr>
              <a:t> mio </a:t>
            </a:r>
          </a:p>
          <a:p>
            <a:pPr marL="0" indent="0" algn="ctr">
              <a:buNone/>
            </a:pPr>
            <a:r>
              <a:rPr lang="it-IT" sz="5400" dirty="0" smtClean="0">
                <a:latin typeface="Baskerville Old Face" panose="02020602080505020303" pitchFamily="18" charset="0"/>
              </a:rPr>
              <a:t>Dame la mano y mi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hermano</a:t>
            </a:r>
            <a:r>
              <a:rPr lang="it-IT" sz="5400" dirty="0" smtClean="0">
                <a:latin typeface="Baskerville Old Face" panose="02020602080505020303" pitchFamily="18" charset="0"/>
              </a:rPr>
              <a:t>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seras</a:t>
            </a:r>
            <a:r>
              <a:rPr lang="it-IT" sz="5400" dirty="0" smtClean="0">
                <a:latin typeface="Baskerville Old Face" panose="02020602080505020303" pitchFamily="18" charset="0"/>
              </a:rPr>
              <a:t>.</a:t>
            </a:r>
          </a:p>
          <a:p>
            <a:pPr marL="0" indent="0" algn="ctr">
              <a:buNone/>
            </a:pPr>
            <a:endParaRPr lang="it-IT" sz="54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46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04664"/>
            <a:ext cx="8219256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Baskerville Old Face" panose="02020602080505020303" pitchFamily="18" charset="0"/>
              </a:rPr>
              <a:t>Dame la mano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querido</a:t>
            </a:r>
            <a:r>
              <a:rPr lang="it-IT" sz="4800" dirty="0" smtClean="0">
                <a:latin typeface="Baskerville Old Face" panose="02020602080505020303" pitchFamily="18" charset="0"/>
              </a:rPr>
              <a:t>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hermano</a:t>
            </a:r>
            <a:endParaRPr lang="it-IT" sz="4800" dirty="0" smtClean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it-IT" sz="4800" dirty="0" smtClean="0">
                <a:latin typeface="Baskerville Old Face" panose="02020602080505020303" pitchFamily="18" charset="0"/>
              </a:rPr>
              <a:t>Dame la mano y mi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hermano</a:t>
            </a:r>
            <a:r>
              <a:rPr lang="it-IT" sz="4800" dirty="0" smtClean="0">
                <a:latin typeface="Baskerville Old Face" panose="02020602080505020303" pitchFamily="18" charset="0"/>
              </a:rPr>
              <a:t>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seras</a:t>
            </a:r>
            <a:endParaRPr lang="it-IT" sz="4800" dirty="0" smtClean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it-IT" sz="4800" dirty="0" smtClean="0">
                <a:latin typeface="Baskerville Old Face" panose="02020602080505020303" pitchFamily="18" charset="0"/>
              </a:rPr>
              <a:t>Dame la mano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querido</a:t>
            </a:r>
            <a:r>
              <a:rPr lang="it-IT" sz="4800" dirty="0" smtClean="0">
                <a:latin typeface="Baskerville Old Face" panose="02020602080505020303" pitchFamily="18" charset="0"/>
              </a:rPr>
              <a:t>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hermano</a:t>
            </a:r>
            <a:endParaRPr lang="it-IT" sz="4800" dirty="0" smtClean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it-IT" sz="4800" dirty="0" smtClean="0">
                <a:latin typeface="Baskerville Old Face" panose="02020602080505020303" pitchFamily="18" charset="0"/>
              </a:rPr>
              <a:t>Dame la mano y mi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hermano</a:t>
            </a:r>
            <a:r>
              <a:rPr lang="it-IT" sz="4800" dirty="0" smtClean="0">
                <a:latin typeface="Baskerville Old Face" panose="02020602080505020303" pitchFamily="18" charset="0"/>
              </a:rPr>
              <a:t>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seras</a:t>
            </a:r>
            <a:r>
              <a:rPr lang="it-IT" sz="4800" dirty="0" smtClean="0">
                <a:latin typeface="Baskerville Old Face" panose="020206020805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4463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548680"/>
            <a:ext cx="8291264" cy="55774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dirty="0" smtClean="0">
                <a:latin typeface="Baskerville Old Face" panose="02020602080505020303" pitchFamily="18" charset="0"/>
              </a:rPr>
              <a:t>No me importa si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eres</a:t>
            </a:r>
            <a:r>
              <a:rPr lang="it-IT" sz="5400" dirty="0" smtClean="0">
                <a:latin typeface="Baskerville Old Face" panose="02020602080505020303" pitchFamily="18" charset="0"/>
              </a:rPr>
              <a:t>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pobre</a:t>
            </a:r>
            <a:r>
              <a:rPr lang="it-IT" sz="5400" dirty="0" smtClean="0">
                <a:latin typeface="Baskerville Old Face" panose="02020602080505020303" pitchFamily="18" charset="0"/>
              </a:rPr>
              <a:t> o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rico</a:t>
            </a:r>
            <a:endParaRPr lang="it-IT" sz="5400" dirty="0" smtClean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it-IT" sz="5400" dirty="0" smtClean="0">
                <a:latin typeface="Baskerville Old Face" panose="02020602080505020303" pitchFamily="18" charset="0"/>
              </a:rPr>
              <a:t>Si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detras</a:t>
            </a:r>
            <a:r>
              <a:rPr lang="it-IT" sz="5400" dirty="0" smtClean="0">
                <a:latin typeface="Baskerville Old Face" panose="02020602080505020303" pitchFamily="18" charset="0"/>
              </a:rPr>
              <a:t> del calvario tu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estas</a:t>
            </a:r>
            <a:endParaRPr lang="it-IT" sz="5400" dirty="0" smtClean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it-IT" sz="5400" dirty="0" smtClean="0">
                <a:latin typeface="Baskerville Old Face" panose="02020602080505020303" pitchFamily="18" charset="0"/>
              </a:rPr>
              <a:t>Si tu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corazon</a:t>
            </a:r>
            <a:r>
              <a:rPr lang="it-IT" sz="5400" dirty="0" smtClean="0">
                <a:latin typeface="Baskerville Old Face" panose="02020602080505020303" pitchFamily="18" charset="0"/>
              </a:rPr>
              <a:t> es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como</a:t>
            </a:r>
            <a:r>
              <a:rPr lang="it-IT" sz="5400" dirty="0" smtClean="0">
                <a:latin typeface="Baskerville Old Face" panose="02020602080505020303" pitchFamily="18" charset="0"/>
              </a:rPr>
              <a:t>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el</a:t>
            </a:r>
            <a:r>
              <a:rPr lang="it-IT" sz="5400" dirty="0" smtClean="0">
                <a:latin typeface="Baskerville Old Face" panose="02020602080505020303" pitchFamily="18" charset="0"/>
              </a:rPr>
              <a:t> mio</a:t>
            </a:r>
          </a:p>
          <a:p>
            <a:pPr marL="0" indent="0" algn="ctr">
              <a:buNone/>
            </a:pPr>
            <a:r>
              <a:rPr lang="it-IT" sz="5400" dirty="0" smtClean="0">
                <a:latin typeface="Baskerville Old Face" panose="02020602080505020303" pitchFamily="18" charset="0"/>
              </a:rPr>
              <a:t>Dame un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abrazo</a:t>
            </a:r>
            <a:r>
              <a:rPr lang="it-IT" sz="5400" dirty="0" smtClean="0">
                <a:latin typeface="Baskerville Old Face" panose="02020602080505020303" pitchFamily="18" charset="0"/>
              </a:rPr>
              <a:t> y mi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hermano</a:t>
            </a:r>
            <a:r>
              <a:rPr lang="it-IT" sz="5400" dirty="0" smtClean="0">
                <a:latin typeface="Baskerville Old Face" panose="02020602080505020303" pitchFamily="18" charset="0"/>
              </a:rPr>
              <a:t> </a:t>
            </a:r>
            <a:r>
              <a:rPr lang="it-IT" sz="5400" dirty="0" err="1" smtClean="0">
                <a:latin typeface="Baskerville Old Face" panose="02020602080505020303" pitchFamily="18" charset="0"/>
              </a:rPr>
              <a:t>seras</a:t>
            </a:r>
            <a:endParaRPr lang="it-IT" sz="54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55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Baskerville Old Face" panose="02020602080505020303" pitchFamily="18" charset="0"/>
              </a:rPr>
              <a:t>Dame un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abrazo</a:t>
            </a:r>
            <a:r>
              <a:rPr lang="it-IT" sz="4800" dirty="0" smtClean="0">
                <a:latin typeface="Baskerville Old Face" panose="02020602080505020303" pitchFamily="18" charset="0"/>
              </a:rPr>
              <a:t>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querido</a:t>
            </a:r>
            <a:r>
              <a:rPr lang="it-IT" sz="4800" dirty="0" smtClean="0">
                <a:latin typeface="Baskerville Old Face" panose="02020602080505020303" pitchFamily="18" charset="0"/>
              </a:rPr>
              <a:t>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hermano</a:t>
            </a:r>
            <a:endParaRPr lang="it-IT" sz="4800" dirty="0" smtClean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it-IT" sz="4800" dirty="0" smtClean="0">
                <a:latin typeface="Baskerville Old Face" panose="02020602080505020303" pitchFamily="18" charset="0"/>
              </a:rPr>
              <a:t>Dame un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abrazo</a:t>
            </a:r>
            <a:r>
              <a:rPr lang="it-IT" sz="4800" dirty="0" smtClean="0">
                <a:latin typeface="Baskerville Old Face" panose="02020602080505020303" pitchFamily="18" charset="0"/>
              </a:rPr>
              <a:t> y mi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hermano</a:t>
            </a:r>
            <a:r>
              <a:rPr lang="it-IT" sz="4800" dirty="0" smtClean="0">
                <a:latin typeface="Baskerville Old Face" panose="02020602080505020303" pitchFamily="18" charset="0"/>
              </a:rPr>
              <a:t>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seras</a:t>
            </a:r>
            <a:endParaRPr lang="it-IT" sz="4800" dirty="0" smtClean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it-IT" sz="4800" dirty="0" smtClean="0">
                <a:latin typeface="Baskerville Old Face" panose="02020602080505020303" pitchFamily="18" charset="0"/>
              </a:rPr>
              <a:t>Dame un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abrazo</a:t>
            </a:r>
            <a:r>
              <a:rPr lang="it-IT" sz="4800" dirty="0" smtClean="0">
                <a:latin typeface="Baskerville Old Face" panose="02020602080505020303" pitchFamily="18" charset="0"/>
              </a:rPr>
              <a:t>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querido</a:t>
            </a:r>
            <a:r>
              <a:rPr lang="it-IT" sz="4800" dirty="0" smtClean="0">
                <a:latin typeface="Baskerville Old Face" panose="02020602080505020303" pitchFamily="18" charset="0"/>
              </a:rPr>
              <a:t>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hermano</a:t>
            </a:r>
            <a:endParaRPr lang="it-IT" sz="4800" dirty="0" smtClean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it-IT" sz="4800" dirty="0" smtClean="0">
                <a:latin typeface="Baskerville Old Face" panose="02020602080505020303" pitchFamily="18" charset="0"/>
              </a:rPr>
              <a:t>Dame un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abrazo</a:t>
            </a:r>
            <a:r>
              <a:rPr lang="it-IT" sz="4800" dirty="0" smtClean="0">
                <a:latin typeface="Baskerville Old Face" panose="02020602080505020303" pitchFamily="18" charset="0"/>
              </a:rPr>
              <a:t> y mi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hermano</a:t>
            </a:r>
            <a:r>
              <a:rPr lang="it-IT" sz="4800" dirty="0" smtClean="0">
                <a:latin typeface="Baskerville Old Face" panose="02020602080505020303" pitchFamily="18" charset="0"/>
              </a:rPr>
              <a:t> </a:t>
            </a:r>
            <a:r>
              <a:rPr lang="it-IT" sz="4800" dirty="0" err="1" smtClean="0">
                <a:latin typeface="Baskerville Old Face" panose="02020602080505020303" pitchFamily="18" charset="0"/>
              </a:rPr>
              <a:t>seras</a:t>
            </a:r>
            <a:r>
              <a:rPr lang="it-IT" sz="4800" dirty="0" smtClean="0">
                <a:latin typeface="Baskerville Old Face" panose="02020602080505020303" pitchFamily="18" charset="0"/>
              </a:rPr>
              <a:t>.</a:t>
            </a:r>
          </a:p>
          <a:p>
            <a:pPr marL="0" indent="0" algn="ctr">
              <a:buNone/>
            </a:pPr>
            <a:endParaRPr lang="it-IT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60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109</Words>
  <Application>Microsoft Office PowerPoint</Application>
  <PresentationFormat>Presentazione su schermo (4:3)</PresentationFormat>
  <Paragraphs>17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No me importa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me importa</dc:title>
  <dc:creator>Windows XP</dc:creator>
  <cp:lastModifiedBy>Windows XP</cp:lastModifiedBy>
  <cp:revision>1</cp:revision>
  <dcterms:created xsi:type="dcterms:W3CDTF">2014-05-22T06:46:18Z</dcterms:created>
  <dcterms:modified xsi:type="dcterms:W3CDTF">2014-05-22T06:54:18Z</dcterms:modified>
</cp:coreProperties>
</file>