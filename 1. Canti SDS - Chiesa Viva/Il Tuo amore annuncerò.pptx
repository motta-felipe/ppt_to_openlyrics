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15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26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99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459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84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3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426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93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30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30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013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6000">
              <a:srgbClr val="CC0099"/>
            </a:gs>
            <a:gs pos="48000">
              <a:srgbClr val="00B0F0"/>
            </a:gs>
            <a:gs pos="90000">
              <a:schemeClr val="accent4">
                <a:lumMod val="1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88F8-0F1C-43B3-9660-EDC7BFBF0EAB}" type="datetimeFigureOut">
              <a:rPr lang="it-IT" smtClean="0"/>
              <a:t>12/10/2016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D2327-66B2-488E-AEFD-BBE877B835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214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58791" y="1043796"/>
            <a:ext cx="11783684" cy="2475781"/>
          </a:xfrm>
        </p:spPr>
        <p:txBody>
          <a:bodyPr>
            <a:normAutofit/>
          </a:bodyPr>
          <a:lstStyle/>
          <a:p>
            <a:r>
              <a:rPr lang="it-IT" sz="6600" b="1" dirty="0" smtClean="0">
                <a:latin typeface="Monotype Corsiva" panose="03010101010201010101" pitchFamily="66" charset="0"/>
                <a:ea typeface="Microsoft JhengHei" panose="020B0604030504040204" pitchFamily="34" charset="-120"/>
              </a:rPr>
              <a:t>Il Tuo amore annuncerò</a:t>
            </a:r>
            <a:endParaRPr lang="it-IT" sz="6600" b="1" dirty="0">
              <a:latin typeface="Monotype Corsiva" panose="03010101010201010101" pitchFamily="66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1614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-118099"/>
            <a:ext cx="12192000" cy="641805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  <a:ea typeface="Microsoft JhengHei" panose="020B0604030504040204" pitchFamily="34" charset="-120"/>
                <a:cs typeface="Calibri Light" panose="020F0302020204030204" pitchFamily="34" charset="0"/>
              </a:rPr>
              <a:t>Ogni vento, ogni colore,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  <a:ea typeface="Microsoft JhengHei" panose="020B0604030504040204" pitchFamily="34" charset="-120"/>
                <a:cs typeface="Calibri Light" panose="020F0302020204030204" pitchFamily="34" charset="0"/>
              </a:rPr>
              <a:t>Che l’arcobaleno ha.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  <a:ea typeface="Microsoft JhengHei" panose="020B0604030504040204" pitchFamily="34" charset="-120"/>
                <a:cs typeface="Calibri Light" panose="020F0302020204030204" pitchFamily="34" charset="0"/>
              </a:rPr>
              <a:t>Ogni sogno dentro me, al vero amore mi riporterà.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  <a:ea typeface="Microsoft JhengHei" panose="020B0604030504040204" pitchFamily="34" charset="-120"/>
                <a:cs typeface="Calibri Light" panose="020F0302020204030204" pitchFamily="34" charset="0"/>
              </a:rPr>
              <a:t>Le parole di ogni storia, ogni stella di lassù,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  <a:ea typeface="Microsoft JhengHei" panose="020B0604030504040204" pitchFamily="34" charset="-120"/>
                <a:cs typeface="Calibri Light" panose="020F0302020204030204" pitchFamily="34" charset="0"/>
              </a:rPr>
              <a:t>Ogni angolo creato, parlerà di Te.</a:t>
            </a:r>
            <a:endParaRPr lang="it-IT" sz="5400" b="1" dirty="0">
              <a:latin typeface="Monotype Corsiva" panose="03010101010201010101" pitchFamily="66" charset="0"/>
              <a:ea typeface="Microsoft JhengHei" panose="020B0604030504040204" pitchFamily="34" charset="-12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3564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616172" y="-87907"/>
            <a:ext cx="13448581" cy="665959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4800" b="1" dirty="0" err="1" smtClean="0">
                <a:latin typeface="Monotype Corsiva" panose="03010101010201010101" pitchFamily="66" charset="0"/>
              </a:rPr>
              <a:t>Rit</a:t>
            </a:r>
            <a:r>
              <a:rPr lang="it-IT" sz="4800" b="1" dirty="0" smtClean="0">
                <a:latin typeface="Monotype Corsiva" panose="03010101010201010101" pitchFamily="66" charset="0"/>
              </a:rPr>
              <a:t>: Fino a quando vita avrò, </a:t>
            </a:r>
          </a:p>
          <a:p>
            <a:pPr marL="0" indent="0" algn="ctr">
              <a:buNone/>
            </a:pPr>
            <a:r>
              <a:rPr lang="it-IT" sz="4800" b="1" dirty="0">
                <a:latin typeface="Monotype Corsiva" panose="03010101010201010101" pitchFamily="66" charset="0"/>
              </a:rPr>
              <a:t>i</a:t>
            </a:r>
            <a:r>
              <a:rPr lang="it-IT" sz="4800" b="1" dirty="0" smtClean="0">
                <a:latin typeface="Monotype Corsiva" panose="03010101010201010101" pitchFamily="66" charset="0"/>
              </a:rPr>
              <a:t>l Tuo amore annuncerò,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Sarò fedele nel silenzio se parlare non potrò.</a:t>
            </a:r>
          </a:p>
          <a:p>
            <a:pPr marL="0" indent="0" algn="ctr">
              <a:buNone/>
            </a:pPr>
            <a:r>
              <a:rPr lang="it-IT" sz="4800" b="1" dirty="0" err="1" smtClean="0">
                <a:latin typeface="Monotype Corsiva" panose="03010101010201010101" pitchFamily="66" charset="0"/>
              </a:rPr>
              <a:t>Finchè</a:t>
            </a:r>
            <a:r>
              <a:rPr lang="it-IT" sz="4800" b="1" dirty="0" smtClean="0">
                <a:latin typeface="Monotype Corsiva" panose="03010101010201010101" pitchFamily="66" charset="0"/>
              </a:rPr>
              <a:t> respiro avrò, 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di cuore Dio ringrazierò,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Fino a quando vita avrò il tuo amore annuncerò.</a:t>
            </a:r>
            <a:endParaRPr lang="it-IT" sz="48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9246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435429" y="-170475"/>
            <a:ext cx="12845143" cy="668547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5150" b="1" dirty="0" smtClean="0">
                <a:latin typeface="Monotype Corsiva" panose="03010101010201010101" pitchFamily="66" charset="0"/>
              </a:rPr>
              <a:t>Dai monti alle valli,</a:t>
            </a:r>
          </a:p>
          <a:p>
            <a:pPr marL="0" indent="0" algn="ctr">
              <a:buNone/>
            </a:pPr>
            <a:r>
              <a:rPr lang="it-IT" sz="5150" b="1" dirty="0" smtClean="0">
                <a:latin typeface="Monotype Corsiva" panose="03010101010201010101" pitchFamily="66" charset="0"/>
              </a:rPr>
              <a:t>Ogni fiume al mare va.</a:t>
            </a:r>
          </a:p>
          <a:p>
            <a:pPr marL="0" indent="0" algn="ctr">
              <a:buNone/>
            </a:pPr>
            <a:r>
              <a:rPr lang="it-IT" sz="5150" b="1" dirty="0" smtClean="0">
                <a:latin typeface="Monotype Corsiva" panose="03010101010201010101" pitchFamily="66" charset="0"/>
              </a:rPr>
              <a:t>Ogni mano che si da, porta pace in dono a chi non ne ha.</a:t>
            </a:r>
          </a:p>
          <a:p>
            <a:pPr marL="0" indent="0" algn="ctr">
              <a:buNone/>
            </a:pPr>
            <a:r>
              <a:rPr lang="it-IT" sz="5150" b="1" dirty="0" smtClean="0">
                <a:latin typeface="Monotype Corsiva" panose="03010101010201010101" pitchFamily="66" charset="0"/>
              </a:rPr>
              <a:t>Ogni semplice preghiera, ogni gesto di bontà,</a:t>
            </a:r>
          </a:p>
          <a:p>
            <a:pPr marL="0" indent="0" algn="ctr">
              <a:buNone/>
            </a:pPr>
            <a:r>
              <a:rPr lang="it-IT" sz="5150" b="1" dirty="0" smtClean="0">
                <a:latin typeface="Monotype Corsiva" panose="03010101010201010101" pitchFamily="66" charset="0"/>
              </a:rPr>
              <a:t>La speranza in ogni cuore, parlerà di Te.</a:t>
            </a:r>
            <a:endParaRPr lang="it-IT" sz="515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1405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20770" y="77637"/>
            <a:ext cx="11964838" cy="66682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1" dirty="0" err="1" smtClean="0">
                <a:latin typeface="Monotype Corsiva" panose="03010101010201010101" pitchFamily="66" charset="0"/>
              </a:rPr>
              <a:t>Rit</a:t>
            </a:r>
            <a:r>
              <a:rPr lang="it-IT" sz="5400" b="1" dirty="0" smtClean="0">
                <a:latin typeface="Monotype Corsiva" panose="03010101010201010101" pitchFamily="66" charset="0"/>
              </a:rPr>
              <a:t>: For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as</a:t>
            </a:r>
            <a:r>
              <a:rPr lang="it-IT" sz="5400" b="1" dirty="0" smtClean="0">
                <a:latin typeface="Monotype Corsiva" panose="03010101010201010101" pitchFamily="66" charset="0"/>
              </a:rPr>
              <a:t> long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as</a:t>
            </a:r>
            <a:r>
              <a:rPr lang="it-IT" sz="5400" b="1" dirty="0" smtClean="0">
                <a:latin typeface="Monotype Corsiva" panose="03010101010201010101" pitchFamily="66" charset="0"/>
              </a:rPr>
              <a:t> I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shall</a:t>
            </a:r>
            <a:r>
              <a:rPr lang="it-IT" sz="5400" b="1" dirty="0" smtClean="0">
                <a:latin typeface="Monotype Corsiva" panose="03010101010201010101" pitchFamily="66" charset="0"/>
              </a:rPr>
              <a:t> live, 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</a:rPr>
              <a:t>I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will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testify</a:t>
            </a:r>
            <a:r>
              <a:rPr lang="it-IT" sz="5400" b="1" dirty="0" smtClean="0">
                <a:latin typeface="Monotype Corsiva" panose="03010101010201010101" pitchFamily="66" charset="0"/>
              </a:rPr>
              <a:t> to love,</a:t>
            </a:r>
          </a:p>
          <a:p>
            <a:pPr marL="0" indent="0" algn="ctr">
              <a:buNone/>
            </a:pPr>
            <a:r>
              <a:rPr lang="it-IT" sz="5400" b="1" dirty="0" err="1" smtClean="0">
                <a:latin typeface="Monotype Corsiva" panose="03010101010201010101" pitchFamily="66" charset="0"/>
              </a:rPr>
              <a:t>I’ll</a:t>
            </a:r>
            <a:r>
              <a:rPr lang="it-IT" sz="5400" b="1" dirty="0" smtClean="0">
                <a:latin typeface="Monotype Corsiva" panose="03010101010201010101" pitchFamily="66" charset="0"/>
              </a:rPr>
              <a:t> be a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witness</a:t>
            </a:r>
            <a:r>
              <a:rPr lang="it-IT" sz="5400" b="1" dirty="0" smtClean="0">
                <a:latin typeface="Monotype Corsiva" panose="03010101010201010101" pitchFamily="66" charset="0"/>
              </a:rPr>
              <a:t> in the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silences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when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words</a:t>
            </a:r>
            <a:r>
              <a:rPr lang="it-IT" sz="5400" b="1" dirty="0" smtClean="0">
                <a:latin typeface="Monotype Corsiva" panose="03010101010201010101" pitchFamily="66" charset="0"/>
              </a:rPr>
              <a:t> are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not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enough</a:t>
            </a:r>
            <a:r>
              <a:rPr lang="it-IT" sz="5400" b="1" dirty="0" smtClean="0">
                <a:latin typeface="Monotype Corsiva" panose="03010101010201010101" pitchFamily="66" charset="0"/>
              </a:rPr>
              <a:t>.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</a:rPr>
              <a:t>With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every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breath</a:t>
            </a:r>
            <a:r>
              <a:rPr lang="it-IT" sz="5400" b="1" dirty="0" smtClean="0">
                <a:latin typeface="Monotype Corsiva" panose="03010101010201010101" pitchFamily="66" charset="0"/>
              </a:rPr>
              <a:t> I take, 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</a:rPr>
              <a:t>I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will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give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thanks</a:t>
            </a:r>
            <a:r>
              <a:rPr lang="it-IT" sz="5400" b="1" dirty="0" smtClean="0">
                <a:latin typeface="Monotype Corsiva" panose="03010101010201010101" pitchFamily="66" charset="0"/>
              </a:rPr>
              <a:t> to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God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above</a:t>
            </a:r>
            <a:r>
              <a:rPr lang="it-IT" sz="5400" b="1" dirty="0" smtClean="0">
                <a:latin typeface="Monotype Corsiva" panose="03010101010201010101" pitchFamily="66" charset="0"/>
              </a:rPr>
              <a:t>,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Monotype Corsiva" panose="03010101010201010101" pitchFamily="66" charset="0"/>
              </a:rPr>
              <a:t>For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as</a:t>
            </a:r>
            <a:r>
              <a:rPr lang="it-IT" sz="5400" b="1" dirty="0" smtClean="0">
                <a:latin typeface="Monotype Corsiva" panose="03010101010201010101" pitchFamily="66" charset="0"/>
              </a:rPr>
              <a:t> long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as</a:t>
            </a:r>
            <a:r>
              <a:rPr lang="it-IT" sz="5400" b="1" dirty="0" smtClean="0">
                <a:latin typeface="Monotype Corsiva" panose="03010101010201010101" pitchFamily="66" charset="0"/>
              </a:rPr>
              <a:t> I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shall</a:t>
            </a:r>
            <a:r>
              <a:rPr lang="it-IT" sz="5400" b="1" dirty="0" smtClean="0">
                <a:latin typeface="Monotype Corsiva" panose="03010101010201010101" pitchFamily="66" charset="0"/>
              </a:rPr>
              <a:t> live I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will</a:t>
            </a:r>
            <a:r>
              <a:rPr lang="it-IT" sz="5400" b="1" dirty="0" smtClean="0">
                <a:latin typeface="Monotype Corsiva" panose="03010101010201010101" pitchFamily="66" charset="0"/>
              </a:rPr>
              <a:t> </a:t>
            </a:r>
            <a:r>
              <a:rPr lang="it-IT" sz="5400" b="1" dirty="0" err="1" smtClean="0">
                <a:latin typeface="Monotype Corsiva" panose="03010101010201010101" pitchFamily="66" charset="0"/>
              </a:rPr>
              <a:t>testify</a:t>
            </a:r>
            <a:r>
              <a:rPr lang="it-IT" sz="5400" b="1" dirty="0" smtClean="0">
                <a:latin typeface="Monotype Corsiva" panose="03010101010201010101" pitchFamily="66" charset="0"/>
              </a:rPr>
              <a:t> to love.</a:t>
            </a:r>
            <a:endParaRPr lang="it-IT" sz="54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2235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616172" y="-87907"/>
            <a:ext cx="13448581" cy="665959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4800" b="1" dirty="0" err="1" smtClean="0">
                <a:latin typeface="Monotype Corsiva" panose="03010101010201010101" pitchFamily="66" charset="0"/>
              </a:rPr>
              <a:t>Rit</a:t>
            </a:r>
            <a:r>
              <a:rPr lang="it-IT" sz="4800" b="1" dirty="0" smtClean="0">
                <a:latin typeface="Monotype Corsiva" panose="03010101010201010101" pitchFamily="66" charset="0"/>
              </a:rPr>
              <a:t>: Fino a quando vita avrò, </a:t>
            </a:r>
          </a:p>
          <a:p>
            <a:pPr marL="0" indent="0" algn="ctr">
              <a:buNone/>
            </a:pPr>
            <a:r>
              <a:rPr lang="it-IT" sz="4800" b="1" dirty="0">
                <a:latin typeface="Monotype Corsiva" panose="03010101010201010101" pitchFamily="66" charset="0"/>
              </a:rPr>
              <a:t>i</a:t>
            </a:r>
            <a:r>
              <a:rPr lang="it-IT" sz="4800" b="1" dirty="0" smtClean="0">
                <a:latin typeface="Monotype Corsiva" panose="03010101010201010101" pitchFamily="66" charset="0"/>
              </a:rPr>
              <a:t>l Tuo amore annuncerò,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Sarò fedele nel silenzio se parlare non potrò.</a:t>
            </a:r>
          </a:p>
          <a:p>
            <a:pPr marL="0" indent="0" algn="ctr">
              <a:buNone/>
            </a:pPr>
            <a:r>
              <a:rPr lang="it-IT" sz="4800" b="1" dirty="0" err="1" smtClean="0">
                <a:latin typeface="Monotype Corsiva" panose="03010101010201010101" pitchFamily="66" charset="0"/>
              </a:rPr>
              <a:t>Finchè</a:t>
            </a:r>
            <a:r>
              <a:rPr lang="it-IT" sz="4800" b="1" dirty="0" smtClean="0">
                <a:latin typeface="Monotype Corsiva" panose="03010101010201010101" pitchFamily="66" charset="0"/>
              </a:rPr>
              <a:t> respiro avrò, 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di cuore Dio ringrazierò,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Monotype Corsiva" panose="03010101010201010101" pitchFamily="66" charset="0"/>
              </a:rPr>
              <a:t>Fino a quando vita avrò il tuo amore annuncerò.</a:t>
            </a:r>
            <a:endParaRPr lang="it-IT" sz="48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5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228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Microsoft JhengHei</vt:lpstr>
      <vt:lpstr>Arial</vt:lpstr>
      <vt:lpstr>Calibri</vt:lpstr>
      <vt:lpstr>Calibri Light</vt:lpstr>
      <vt:lpstr>Monotype Corsiva</vt:lpstr>
      <vt:lpstr>Tema di Office</vt:lpstr>
      <vt:lpstr>Il Tuo amore annuncerò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tuo amore annuncerò</dc:title>
  <dc:creator>Paolo Giametta</dc:creator>
  <cp:lastModifiedBy>Paolo Giametta</cp:lastModifiedBy>
  <cp:revision>3</cp:revision>
  <dcterms:created xsi:type="dcterms:W3CDTF">2016-10-12T14:16:33Z</dcterms:created>
  <dcterms:modified xsi:type="dcterms:W3CDTF">2016-10-12T14:28:38Z</dcterms:modified>
</cp:coreProperties>
</file>