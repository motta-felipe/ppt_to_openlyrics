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4" r:id="rId7"/>
    <p:sldId id="265" r:id="rId8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62" autoAdjust="0"/>
  </p:normalViewPr>
  <p:slideViewPr>
    <p:cSldViewPr>
      <p:cViewPr varScale="1">
        <p:scale>
          <a:sx n="70" d="100"/>
          <a:sy n="70" d="100"/>
        </p:scale>
        <p:origin x="-13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08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37DA1-0727-4E43-BBBB-A14D0361A4BD}" type="datetimeFigureOut">
              <a:rPr lang="it-IT" smtClean="0"/>
              <a:t>14/10/2017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70AA3-736A-4F18-82E5-894B584D82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85951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37DA1-0727-4E43-BBBB-A14D0361A4BD}" type="datetimeFigureOut">
              <a:rPr lang="it-IT" smtClean="0"/>
              <a:t>14/10/2017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70AA3-736A-4F18-82E5-894B584D82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6032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37DA1-0727-4E43-BBBB-A14D0361A4BD}" type="datetimeFigureOut">
              <a:rPr lang="it-IT" smtClean="0"/>
              <a:t>14/10/2017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70AA3-736A-4F18-82E5-894B584D82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76557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37DA1-0727-4E43-BBBB-A14D0361A4BD}" type="datetimeFigureOut">
              <a:rPr lang="it-IT" smtClean="0"/>
              <a:t>14/10/2017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70AA3-736A-4F18-82E5-894B584D82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36838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37DA1-0727-4E43-BBBB-A14D0361A4BD}" type="datetimeFigureOut">
              <a:rPr lang="it-IT" smtClean="0"/>
              <a:t>14/10/2017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70AA3-736A-4F18-82E5-894B584D82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379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37DA1-0727-4E43-BBBB-A14D0361A4BD}" type="datetimeFigureOut">
              <a:rPr lang="it-IT" smtClean="0"/>
              <a:t>14/10/2017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70AA3-736A-4F18-82E5-894B584D82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2694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37DA1-0727-4E43-BBBB-A14D0361A4BD}" type="datetimeFigureOut">
              <a:rPr lang="it-IT" smtClean="0"/>
              <a:t>14/10/2017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70AA3-736A-4F18-82E5-894B584D82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7115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37DA1-0727-4E43-BBBB-A14D0361A4BD}" type="datetimeFigureOut">
              <a:rPr lang="it-IT" smtClean="0"/>
              <a:t>14/10/2017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70AA3-736A-4F18-82E5-894B584D82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9760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37DA1-0727-4E43-BBBB-A14D0361A4BD}" type="datetimeFigureOut">
              <a:rPr lang="it-IT" smtClean="0"/>
              <a:t>14/10/2017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70AA3-736A-4F18-82E5-894B584D82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4532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37DA1-0727-4E43-BBBB-A14D0361A4BD}" type="datetimeFigureOut">
              <a:rPr lang="it-IT" smtClean="0"/>
              <a:t>14/10/2017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70AA3-736A-4F18-82E5-894B584D82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4584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37DA1-0727-4E43-BBBB-A14D0361A4BD}" type="datetimeFigureOut">
              <a:rPr lang="it-IT" smtClean="0"/>
              <a:t>14/10/2017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70AA3-736A-4F18-82E5-894B584D82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06154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D37DA1-0727-4E43-BBBB-A14D0361A4BD}" type="datetimeFigureOut">
              <a:rPr lang="it-IT" smtClean="0"/>
              <a:t>14/10/2017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670AA3-736A-4F18-82E5-894B584D82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0906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760040" y="2679055"/>
            <a:ext cx="7772400" cy="1470025"/>
          </a:xfrm>
        </p:spPr>
        <p:txBody>
          <a:bodyPr>
            <a:noAutofit/>
          </a:bodyPr>
          <a:lstStyle/>
          <a:p>
            <a:pPr algn="ctr"/>
            <a:r>
              <a:rPr lang="it-IT" sz="115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Camminerò</a:t>
            </a:r>
            <a:endParaRPr lang="it-IT" sz="11500" dirty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4776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95536" y="620688"/>
            <a:ext cx="8291264" cy="586551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60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Mi hai chiamato dal nulla Signore</a:t>
            </a:r>
          </a:p>
          <a:p>
            <a:pPr marL="0" indent="0" algn="ctr">
              <a:buNone/>
            </a:pPr>
            <a:r>
              <a:rPr lang="it-IT" sz="60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 mi hai dato il dono della vita!</a:t>
            </a:r>
          </a:p>
          <a:p>
            <a:pPr marL="0" indent="0" algn="ctr">
              <a:buNone/>
            </a:pPr>
            <a:r>
              <a:rPr lang="it-IT" sz="60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Tu mi hai preso e mi hai messo per strada…</a:t>
            </a:r>
          </a:p>
          <a:p>
            <a:pPr marL="0" indent="0" algn="ctr">
              <a:buNone/>
            </a:pPr>
            <a:r>
              <a:rPr lang="it-IT" sz="60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 mi hai detto di </a:t>
            </a:r>
            <a:r>
              <a:rPr lang="it-IT" sz="60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camminar</a:t>
            </a:r>
            <a:r>
              <a:rPr lang="it-IT" sz="60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.</a:t>
            </a:r>
            <a:endParaRPr lang="it-IT" sz="6000" dirty="0" smtClean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  <a:p>
            <a:pPr marL="0" indent="0" algn="ctr">
              <a:buNone/>
            </a:pPr>
            <a:endParaRPr lang="it-IT" sz="6000" dirty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86267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95536" y="764704"/>
            <a:ext cx="8291264" cy="564949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60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Verso un mondo che non ha confini, no!</a:t>
            </a:r>
          </a:p>
          <a:p>
            <a:pPr marL="0" indent="0" algn="ctr">
              <a:buNone/>
            </a:pPr>
            <a:r>
              <a:rPr lang="it-IT" sz="60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Verso mete da raggiungere, </a:t>
            </a:r>
            <a:r>
              <a:rPr lang="it-IT" sz="60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oramai.</a:t>
            </a:r>
            <a:endParaRPr lang="it-IT" sz="6000" dirty="0" smtClean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  <a:p>
            <a:pPr marL="0" indent="0" algn="ctr">
              <a:buNone/>
            </a:pPr>
            <a:r>
              <a:rPr lang="it-IT" sz="60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Verso il regno dell’amore, </a:t>
            </a:r>
          </a:p>
          <a:p>
            <a:pPr marL="0" indent="0" algn="ctr">
              <a:buNone/>
            </a:pPr>
            <a:r>
              <a:rPr lang="it-IT" sz="60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Che è sempre un po’ più in là!</a:t>
            </a:r>
          </a:p>
        </p:txBody>
      </p:sp>
    </p:spTree>
    <p:extLst>
      <p:ext uri="{BB962C8B-B14F-4D97-AF65-F5344CB8AC3E}">
        <p14:creationId xmlns:p14="http://schemas.microsoft.com/office/powerpoint/2010/main" val="63291559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199181"/>
            <a:ext cx="8229600" cy="45259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58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 camminerò senza </a:t>
            </a:r>
            <a:r>
              <a:rPr lang="it-IT" sz="58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stancarmi, </a:t>
            </a:r>
            <a:endParaRPr lang="it-IT" sz="5800" dirty="0" smtClean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  <a:p>
            <a:pPr marL="0" indent="0" algn="ctr">
              <a:buNone/>
            </a:pPr>
            <a:r>
              <a:rPr lang="it-IT" sz="58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 volerò sui monti più </a:t>
            </a:r>
            <a:r>
              <a:rPr lang="it-IT" sz="58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alti,</a:t>
            </a:r>
            <a:endParaRPr lang="it-IT" sz="5800" dirty="0" smtClean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  <a:p>
            <a:pPr marL="0" indent="0" algn="ctr">
              <a:buNone/>
            </a:pPr>
            <a:r>
              <a:rPr lang="it-IT" sz="58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 troverò la forza di andare sempre più </a:t>
            </a:r>
            <a:r>
              <a:rPr lang="it-IT" sz="58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avanti,</a:t>
            </a:r>
            <a:r>
              <a:rPr lang="it-IT" sz="58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</a:t>
            </a:r>
            <a:r>
              <a:rPr lang="it-IT" sz="58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SI</a:t>
            </a:r>
            <a:r>
              <a:rPr lang="it-IT" sz="58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!</a:t>
            </a:r>
            <a:r>
              <a:rPr lang="it-IT" sz="58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</a:t>
            </a:r>
            <a:endParaRPr lang="it-IT" sz="5800" dirty="0" smtClean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  <a:p>
            <a:pPr marL="0" indent="0" algn="ctr">
              <a:buNone/>
            </a:pPr>
            <a:r>
              <a:rPr lang="it-IT" sz="58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 camminerò, camminerò, con te vicino io non cadrò… e camminerò, camminerò</a:t>
            </a:r>
            <a:r>
              <a:rPr lang="it-IT" sz="58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. </a:t>
            </a:r>
            <a:endParaRPr lang="it-IT" sz="5800" dirty="0" smtClean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32776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95536" y="731837"/>
            <a:ext cx="8291264" cy="572149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66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In ogni istante ti sento vicino, </a:t>
            </a:r>
            <a:endParaRPr lang="it-IT" sz="6600" dirty="0" smtClean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  <a:p>
            <a:pPr marL="0" indent="0" algn="ctr">
              <a:buNone/>
            </a:pPr>
            <a:r>
              <a:rPr lang="it-IT" sz="66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tu </a:t>
            </a:r>
            <a:r>
              <a:rPr lang="it-IT" sz="66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dai senso alle cose che faccio, </a:t>
            </a:r>
          </a:p>
          <a:p>
            <a:pPr marL="0" indent="0" algn="ctr">
              <a:buNone/>
            </a:pPr>
            <a:r>
              <a:rPr lang="it-IT" sz="66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La tua luce mi indica la strada,</a:t>
            </a:r>
          </a:p>
          <a:p>
            <a:pPr marL="0" indent="0" algn="ctr">
              <a:buNone/>
            </a:pPr>
            <a:r>
              <a:rPr lang="it-IT" sz="66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 mi invita a </a:t>
            </a:r>
            <a:r>
              <a:rPr lang="it-IT" sz="66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camminar</a:t>
            </a:r>
            <a:r>
              <a:rPr lang="it-IT" sz="66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.</a:t>
            </a:r>
            <a:endParaRPr lang="it-IT" sz="6600" dirty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984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95536" y="764704"/>
            <a:ext cx="8291264" cy="564949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60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Verso un mondo che non ha confini, no!</a:t>
            </a:r>
          </a:p>
          <a:p>
            <a:pPr marL="0" indent="0" algn="ctr">
              <a:buNone/>
            </a:pPr>
            <a:r>
              <a:rPr lang="it-IT" sz="60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Verso mete da raggiungere, </a:t>
            </a:r>
            <a:r>
              <a:rPr lang="it-IT" sz="60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oramai.</a:t>
            </a:r>
            <a:endParaRPr lang="it-IT" sz="6000" dirty="0" smtClean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  <a:p>
            <a:pPr marL="0" indent="0" algn="ctr">
              <a:buNone/>
            </a:pPr>
            <a:r>
              <a:rPr lang="it-IT" sz="60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Verso il regno dell’amore, </a:t>
            </a:r>
          </a:p>
          <a:p>
            <a:pPr marL="0" indent="0" algn="ctr">
              <a:buNone/>
            </a:pPr>
            <a:r>
              <a:rPr lang="it-IT" sz="60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Che è sempre un po’ più in là!</a:t>
            </a:r>
          </a:p>
        </p:txBody>
      </p:sp>
    </p:spTree>
    <p:extLst>
      <p:ext uri="{BB962C8B-B14F-4D97-AF65-F5344CB8AC3E}">
        <p14:creationId xmlns:p14="http://schemas.microsoft.com/office/powerpoint/2010/main" val="288475013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199181"/>
            <a:ext cx="8229600" cy="45259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58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 camminerò senza </a:t>
            </a:r>
            <a:r>
              <a:rPr lang="it-IT" sz="58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stancarmi, </a:t>
            </a:r>
            <a:endParaRPr lang="it-IT" sz="5800" dirty="0" smtClean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  <a:p>
            <a:pPr marL="0" indent="0" algn="ctr">
              <a:buNone/>
            </a:pPr>
            <a:r>
              <a:rPr lang="it-IT" sz="58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 volerò sui monti più </a:t>
            </a:r>
            <a:r>
              <a:rPr lang="it-IT" sz="58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alti,</a:t>
            </a:r>
            <a:endParaRPr lang="it-IT" sz="5800" dirty="0" smtClean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  <a:p>
            <a:pPr marL="0" indent="0" algn="ctr">
              <a:buNone/>
            </a:pPr>
            <a:r>
              <a:rPr lang="it-IT" sz="58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 troverò la forza di andare sempre più </a:t>
            </a:r>
            <a:r>
              <a:rPr lang="it-IT" sz="58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avanti,</a:t>
            </a:r>
            <a:r>
              <a:rPr lang="it-IT" sz="58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</a:t>
            </a:r>
            <a:r>
              <a:rPr lang="it-IT" sz="58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SI</a:t>
            </a:r>
            <a:r>
              <a:rPr lang="it-IT" sz="58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!</a:t>
            </a:r>
            <a:r>
              <a:rPr lang="it-IT" sz="58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</a:t>
            </a:r>
            <a:endParaRPr lang="it-IT" sz="5800" dirty="0" smtClean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  <a:p>
            <a:pPr marL="0" indent="0" algn="ctr">
              <a:buNone/>
            </a:pPr>
            <a:r>
              <a:rPr lang="it-IT" sz="58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 camminerò, camminerò, con te vicino io non cadrò… e camminerò, camminerò</a:t>
            </a:r>
            <a:r>
              <a:rPr lang="it-IT" sz="58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. </a:t>
            </a:r>
            <a:endParaRPr lang="it-IT" sz="5800" dirty="0" smtClean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96598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209</Words>
  <Application>Microsoft Office PowerPoint</Application>
  <PresentationFormat>Presentazione su schermo (4:3)</PresentationFormat>
  <Paragraphs>25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8" baseType="lpstr">
      <vt:lpstr>Tema di Office</vt:lpstr>
      <vt:lpstr>Camminerò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Camminerò</dc:title>
  <dc:creator>P A O L O</dc:creator>
  <cp:lastModifiedBy>GRUPPO MERATE</cp:lastModifiedBy>
  <cp:revision>4</cp:revision>
  <dcterms:created xsi:type="dcterms:W3CDTF">2013-12-21T08:21:49Z</dcterms:created>
  <dcterms:modified xsi:type="dcterms:W3CDTF">2017-10-14T10:36:39Z</dcterms:modified>
</cp:coreProperties>
</file>