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584" autoAdjust="0"/>
  </p:normalViewPr>
  <p:slideViewPr>
    <p:cSldViewPr>
      <p:cViewPr varScale="1">
        <p:scale>
          <a:sx n="51" d="100"/>
          <a:sy n="51" d="100"/>
        </p:scale>
        <p:origin x="-1229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97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456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185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823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2069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107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280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389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77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54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05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FF97A4"/>
            </a:gs>
            <a:gs pos="100000">
              <a:srgbClr val="FF0000"/>
            </a:gs>
            <a:gs pos="0">
              <a:srgbClr val="00B0F0"/>
            </a:gs>
            <a:gs pos="57000">
              <a:srgbClr val="FFFF6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1DD36-9302-4C96-9685-08E42436754A}" type="datetimeFigureOut">
              <a:rPr lang="it-IT" smtClean="0"/>
              <a:t>23/01/2016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E5F5-CF73-48CD-A2EC-CAB805F959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403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sz="4000" b="1" dirty="0" smtClean="0">
                <a:latin typeface="+mn-lt"/>
              </a:rPr>
              <a:t>TI LODERO’</a:t>
            </a:r>
            <a:endParaRPr lang="it-IT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16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Ogni mattina sorgerai 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Su ogni fiore che vedrò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Nel cielo limpido e blu 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Io ti loderò.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E una luce scende in me,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E risplende più del sole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Sulla terra e nel cielo nessuno è come te</a:t>
            </a:r>
            <a:endParaRPr lang="it-IT" sz="4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7916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latin typeface="+mn-lt"/>
              </a:rPr>
              <a:t>Ti loderò con tutto il cuore, sarò come vorrai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+mn-lt"/>
              </a:rPr>
              <a:t>Alleluya! Sarò come vorrai!</a:t>
            </a:r>
            <a:endParaRPr lang="it-IT" sz="6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14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6000" b="1" dirty="0" smtClean="0">
                <a:latin typeface="+mn-lt"/>
              </a:rPr>
              <a:t>Ti amo e dirtelo vorrò, con la vita che vivrò,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+mn-lt"/>
              </a:rPr>
              <a:t>Mentre adoro il tuo nome, guardami nel cuore!</a:t>
            </a:r>
          </a:p>
          <a:p>
            <a:pPr marL="0" indent="0" algn="ctr">
              <a:buNone/>
            </a:pPr>
            <a:endParaRPr lang="it-IT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871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latin typeface="+mn-lt"/>
              </a:rPr>
              <a:t>Ti loderò con tutto il cuore, sarò come vorrai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+mn-lt"/>
              </a:rPr>
              <a:t>Alleluya! Sarò come vorrai!</a:t>
            </a:r>
            <a:endParaRPr lang="it-IT" sz="6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85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Voglio assomigliare a te signore, e sarò come vorrai, quanta gioia ed amore, mi darai!</a:t>
            </a:r>
          </a:p>
          <a:p>
            <a:pPr marL="0" indent="0" algn="ctr">
              <a:buNone/>
            </a:pPr>
            <a:endParaRPr lang="it-IT" sz="4400" b="1" dirty="0">
              <a:latin typeface="+mn-lt"/>
            </a:endParaRP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Ti loderò con tutto il cuore, sarò come vorrai</a:t>
            </a:r>
          </a:p>
          <a:p>
            <a:pPr marL="0" indent="0" algn="ctr">
              <a:buNone/>
            </a:pPr>
            <a:r>
              <a:rPr lang="it-IT" sz="4400" b="1" dirty="0" smtClean="0">
                <a:latin typeface="+mn-lt"/>
              </a:rPr>
              <a:t>Alleluya! Sarò come vorrai! (2volte)</a:t>
            </a:r>
          </a:p>
          <a:p>
            <a:pPr marL="0" indent="0" algn="ctr">
              <a:buNone/>
            </a:pPr>
            <a:endParaRPr lang="it-IT" sz="4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2624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133</Words>
  <Application>Microsoft Office PowerPoint</Application>
  <PresentationFormat>Presentazione su schermo (4:3)</PresentationFormat>
  <Paragraphs>18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TI LODERO’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 LODERO’</dc:title>
  <dc:creator>GRUPPO MERATE</dc:creator>
  <cp:lastModifiedBy>GRUPPO MERATE</cp:lastModifiedBy>
  <cp:revision>2</cp:revision>
  <dcterms:created xsi:type="dcterms:W3CDTF">2016-01-23T14:56:38Z</dcterms:created>
  <dcterms:modified xsi:type="dcterms:W3CDTF">2016-01-23T15:11:56Z</dcterms:modified>
</cp:coreProperties>
</file>