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78" autoAdjust="0"/>
  </p:normalViewPr>
  <p:slideViewPr>
    <p:cSldViewPr>
      <p:cViewPr varScale="1">
        <p:scale>
          <a:sx n="51" d="100"/>
          <a:sy n="51" d="100"/>
        </p:scale>
        <p:origin x="-1243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9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896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1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960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4162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500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0295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252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61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33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5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109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2A337-F6B9-4CA7-B1B4-3C70F1FF3EB3}" type="datetimeFigureOut">
              <a:rPr lang="it-IT" smtClean="0"/>
              <a:t>15/03/2014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0151D-773B-4D95-B7C9-690ADA5733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733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50000">
              <a:schemeClr val="accent6">
                <a:lumMod val="75000"/>
              </a:schemeClr>
            </a:gs>
            <a:gs pos="100000">
              <a:srgbClr val="FFFF0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764705"/>
            <a:ext cx="7772400" cy="4896544"/>
          </a:xfrm>
        </p:spPr>
        <p:txBody>
          <a:bodyPr>
            <a:noAutofit/>
          </a:bodyPr>
          <a:lstStyle/>
          <a:p>
            <a:pPr algn="ctr"/>
            <a:r>
              <a:rPr lang="it-IT" sz="6600" b="1" i="1" dirty="0" smtClean="0">
                <a:latin typeface="Gadugi" pitchFamily="34" charset="0"/>
              </a:rPr>
              <a:t>La grande fiammata</a:t>
            </a:r>
            <a:endParaRPr lang="it-IT" sz="6600" b="1" i="1" dirty="0">
              <a:latin typeface="Gadug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672026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50000">
              <a:schemeClr val="accent6">
                <a:lumMod val="75000"/>
              </a:schemeClr>
            </a:gs>
            <a:gs pos="100000">
              <a:srgbClr val="FFFF0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04664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000" b="1" i="1" dirty="0" smtClean="0">
                <a:latin typeface="Gadugi" pitchFamily="34" charset="0"/>
              </a:rPr>
              <a:t>Su portiamo alla fiamma gli allegri </a:t>
            </a:r>
            <a:r>
              <a:rPr lang="it-IT" sz="4000" b="1" i="1" dirty="0" err="1" smtClean="0">
                <a:latin typeface="Gadugi" pitchFamily="34" charset="0"/>
              </a:rPr>
              <a:t>tizzon</a:t>
            </a:r>
            <a:r>
              <a:rPr lang="it-IT" sz="4000" b="1" i="1" dirty="0" smtClean="0">
                <a:latin typeface="Gadugi" pitchFamily="34" charset="0"/>
              </a:rPr>
              <a:t>, ascoltiamo il canto che sprigiona dal cuor. 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Gadugi" pitchFamily="34" charset="0"/>
              </a:rPr>
              <a:t>Sali fiamma leggera, fuoco di gioia caldo e buon. 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Gadugi" pitchFamily="34" charset="0"/>
              </a:rPr>
              <a:t>Quando siam nella radura, sali ancora e ancor più su, sali ancor, ancor più su, fuoco di gioia caldo e buon.</a:t>
            </a:r>
            <a:endParaRPr lang="it-IT" sz="4000" b="1" i="1" dirty="0">
              <a:latin typeface="Gadug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22394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50000">
              <a:schemeClr val="accent6">
                <a:lumMod val="75000"/>
              </a:schemeClr>
            </a:gs>
            <a:gs pos="100000">
              <a:srgbClr val="FFFF0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332656"/>
            <a:ext cx="8219256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i="1" dirty="0" smtClean="0">
                <a:latin typeface="Gadugi" pitchFamily="34" charset="0"/>
              </a:rPr>
              <a:t>Oh, Gesù, a noi tutti dona Tu dal ciel la scintilla che infiamma  il cuor di amor </a:t>
            </a:r>
            <a:r>
              <a:rPr lang="it-IT" sz="4400" b="1" i="1" dirty="0" err="1" smtClean="0">
                <a:latin typeface="Gadugi" pitchFamily="34" charset="0"/>
              </a:rPr>
              <a:t>sincer</a:t>
            </a:r>
            <a:r>
              <a:rPr lang="it-IT" sz="4400" b="1" i="1" dirty="0" smtClean="0">
                <a:latin typeface="Gadugi" pitchFamily="34" charset="0"/>
              </a:rPr>
              <a:t>. 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Gadugi" pitchFamily="34" charset="0"/>
              </a:rPr>
              <a:t>Fa ch’io sia un tizzone che diffonda gioia e amor.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Gadugi" pitchFamily="34" charset="0"/>
              </a:rPr>
              <a:t>Che io sia una luce, che per te brilli </a:t>
            </a:r>
            <a:r>
              <a:rPr lang="it-IT" sz="4400" b="1" i="1" dirty="0" err="1" smtClean="0">
                <a:latin typeface="Gadugi" pitchFamily="34" charset="0"/>
              </a:rPr>
              <a:t>ognor</a:t>
            </a:r>
            <a:r>
              <a:rPr lang="it-IT" sz="4400" b="1" i="1" dirty="0" smtClean="0">
                <a:latin typeface="Gadugi" pitchFamily="34" charset="0"/>
              </a:rPr>
              <a:t>, che per te brilli </a:t>
            </a:r>
            <a:r>
              <a:rPr lang="it-IT" sz="4400" b="1" i="1" dirty="0" err="1" smtClean="0">
                <a:latin typeface="Gadugi" pitchFamily="34" charset="0"/>
              </a:rPr>
              <a:t>ognor</a:t>
            </a:r>
            <a:r>
              <a:rPr lang="it-IT" sz="4400" b="1" i="1" dirty="0" smtClean="0">
                <a:latin typeface="Gadugi" pitchFamily="34" charset="0"/>
              </a:rPr>
              <a:t>, e riscaldi ogni cuor.</a:t>
            </a:r>
            <a:endParaRPr lang="it-IT" sz="4400" b="1" i="1" dirty="0">
              <a:latin typeface="Gadug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896023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111</Words>
  <Application>Microsoft Office PowerPoint</Application>
  <PresentationFormat>Presentazione su schermo 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4" baseType="lpstr">
      <vt:lpstr>Tema di Office</vt:lpstr>
      <vt:lpstr>La grande fiammata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grande fiammata</dc:title>
  <dc:creator>GRUPPO MERATE</dc:creator>
  <cp:lastModifiedBy>GRUPPO MERATE</cp:lastModifiedBy>
  <cp:revision>1</cp:revision>
  <dcterms:created xsi:type="dcterms:W3CDTF">2014-03-15T15:15:20Z</dcterms:created>
  <dcterms:modified xsi:type="dcterms:W3CDTF">2014-03-15T15:25:09Z</dcterms:modified>
</cp:coreProperties>
</file>