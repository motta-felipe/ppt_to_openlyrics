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366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345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884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181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797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1374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807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0300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356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002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71E02-E167-41CB-8961-E2F7A58A8881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4557F-B0CE-4613-B374-1F4FA9741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09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idx="4294967295"/>
          </p:nvPr>
        </p:nvSpPr>
        <p:spPr>
          <a:xfrm>
            <a:off x="539552" y="2060848"/>
            <a:ext cx="7772400" cy="2593975"/>
          </a:xfrm>
        </p:spPr>
        <p:txBody>
          <a:bodyPr>
            <a:noAutofit/>
          </a:bodyPr>
          <a:lstStyle/>
          <a:p>
            <a:r>
              <a:rPr lang="it-IT" sz="13800" b="1" dirty="0" smtClean="0"/>
              <a:t>Chi mi ha creato</a:t>
            </a:r>
            <a:endParaRPr lang="it-IT" sz="13800" b="1" dirty="0"/>
          </a:p>
        </p:txBody>
      </p:sp>
    </p:spTree>
    <p:extLst>
      <p:ext uri="{BB962C8B-B14F-4D97-AF65-F5344CB8AC3E}">
        <p14:creationId xmlns:p14="http://schemas.microsoft.com/office/powerpoint/2010/main" val="1981328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/>
              <a:t>Chi mi ha creato? E chi è morto al posto mio?</a:t>
            </a:r>
          </a:p>
          <a:p>
            <a:pPr marL="0" indent="0" algn="ctr">
              <a:buNone/>
            </a:pPr>
            <a:r>
              <a:rPr lang="it-IT" sz="6000" dirty="0" smtClean="0"/>
              <a:t>Chi mi ha salvato, sei Tu.</a:t>
            </a:r>
          </a:p>
          <a:p>
            <a:pPr marL="0" indent="0" algn="ctr">
              <a:buNone/>
            </a:pPr>
            <a:r>
              <a:rPr lang="it-IT" sz="6000" dirty="0" smtClean="0"/>
              <a:t>Non ho parole, ne ti potrò mai ripagar </a:t>
            </a:r>
          </a:p>
          <a:p>
            <a:pPr marL="0" indent="0" algn="ctr">
              <a:buNone/>
            </a:pPr>
            <a:r>
              <a:rPr lang="it-IT" sz="6000" dirty="0" smtClean="0"/>
              <a:t>per questo dono, mio Signor!</a:t>
            </a:r>
            <a:endParaRPr lang="it-IT" sz="6000" dirty="0"/>
          </a:p>
        </p:txBody>
      </p:sp>
    </p:spTree>
    <p:extLst>
      <p:ext uri="{BB962C8B-B14F-4D97-AF65-F5344CB8AC3E}">
        <p14:creationId xmlns:p14="http://schemas.microsoft.com/office/powerpoint/2010/main" val="4046071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"/>
            <a:ext cx="9123063" cy="68469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600" dirty="0" smtClean="0"/>
              <a:t>Ma grazie ti dirò, con gioia esulterò</a:t>
            </a:r>
          </a:p>
          <a:p>
            <a:pPr marL="0" indent="0" algn="ctr">
              <a:buNone/>
            </a:pPr>
            <a:r>
              <a:rPr lang="it-IT" sz="4600" dirty="0" smtClean="0"/>
              <a:t>E nella Grazia Tua, la pace troverò.</a:t>
            </a:r>
          </a:p>
          <a:p>
            <a:pPr marL="0" indent="0" algn="ctr">
              <a:buNone/>
            </a:pPr>
            <a:r>
              <a:rPr lang="it-IT" sz="4600" dirty="0" smtClean="0"/>
              <a:t>Perché sei la libertà, sei amor!</a:t>
            </a:r>
          </a:p>
          <a:p>
            <a:pPr marL="0" indent="0" algn="ctr">
              <a:buNone/>
            </a:pPr>
            <a:r>
              <a:rPr lang="it-IT" sz="4600" dirty="0" smtClean="0"/>
              <a:t>Ho fede solo in te, nella Tua volontà</a:t>
            </a:r>
          </a:p>
          <a:p>
            <a:pPr marL="0" indent="0" algn="ctr">
              <a:buNone/>
            </a:pPr>
            <a:r>
              <a:rPr lang="it-IT" sz="4600" dirty="0" smtClean="0"/>
              <a:t>E vedo dentro me, che cosa Tu sai far.</a:t>
            </a:r>
          </a:p>
          <a:p>
            <a:pPr marL="0" indent="0" algn="ctr">
              <a:buNone/>
            </a:pPr>
            <a:r>
              <a:rPr lang="it-IT" sz="4600" dirty="0" smtClean="0"/>
              <a:t>Come cambi il mio cuor, col tuo amor.</a:t>
            </a:r>
            <a:endParaRPr lang="it-IT" sz="4600" dirty="0"/>
          </a:p>
        </p:txBody>
      </p:sp>
    </p:spTree>
    <p:extLst>
      <p:ext uri="{BB962C8B-B14F-4D97-AF65-F5344CB8AC3E}">
        <p14:creationId xmlns:p14="http://schemas.microsoft.com/office/powerpoint/2010/main" val="3499744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6000" dirty="0" smtClean="0"/>
              <a:t>Chi mi ha creato? E chi è morto al posto mio?</a:t>
            </a:r>
          </a:p>
          <a:p>
            <a:pPr marL="0" indent="0" algn="ctr">
              <a:buNone/>
            </a:pPr>
            <a:r>
              <a:rPr lang="it-IT" sz="6000" dirty="0" smtClean="0"/>
              <a:t>Chi mi ha salvato, sei Tu.</a:t>
            </a:r>
          </a:p>
          <a:p>
            <a:pPr marL="0" indent="0" algn="ctr">
              <a:buNone/>
            </a:pPr>
            <a:r>
              <a:rPr lang="it-IT" sz="6000" dirty="0" smtClean="0"/>
              <a:t>Non ho parole, ne ti potrò mai ripagar </a:t>
            </a:r>
          </a:p>
          <a:p>
            <a:pPr marL="0" indent="0" algn="ctr">
              <a:buNone/>
            </a:pPr>
            <a:r>
              <a:rPr lang="it-IT" sz="6000" dirty="0" smtClean="0"/>
              <a:t>per questo dono, mio Signor!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99792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000" dirty="0" smtClean="0"/>
              <a:t>Ma grazie ti dirò, con gioia esulterò</a:t>
            </a:r>
          </a:p>
          <a:p>
            <a:pPr marL="0" indent="0" algn="ctr">
              <a:buNone/>
            </a:pPr>
            <a:r>
              <a:rPr lang="it-IT" sz="4000" dirty="0" smtClean="0"/>
              <a:t>E nella Grazia Tua, la pace troverò.</a:t>
            </a:r>
          </a:p>
          <a:p>
            <a:pPr marL="0" indent="0" algn="ctr">
              <a:buNone/>
            </a:pPr>
            <a:r>
              <a:rPr lang="it-IT" sz="4000" dirty="0" smtClean="0"/>
              <a:t>Perché sei la libertà, sei amor!</a:t>
            </a:r>
          </a:p>
          <a:p>
            <a:pPr marL="0" indent="0" algn="ctr">
              <a:buNone/>
            </a:pPr>
            <a:r>
              <a:rPr lang="it-IT" sz="4000" dirty="0" smtClean="0"/>
              <a:t>Ho fede solo in te, nella Tua volontà</a:t>
            </a:r>
          </a:p>
          <a:p>
            <a:pPr marL="0" indent="0" algn="ctr">
              <a:buNone/>
            </a:pPr>
            <a:r>
              <a:rPr lang="it-IT" sz="4000" dirty="0" smtClean="0"/>
              <a:t>E vedo dentro me, che cosa Tu sai far.</a:t>
            </a:r>
          </a:p>
          <a:p>
            <a:pPr marL="0" indent="0" algn="ctr">
              <a:buNone/>
            </a:pPr>
            <a:r>
              <a:rPr lang="it-IT" sz="4000" dirty="0" smtClean="0"/>
              <a:t>Come cambi il mio cuor, col tuo amor.</a:t>
            </a:r>
          </a:p>
          <a:p>
            <a:pPr marL="0" indent="0" algn="ctr">
              <a:buNone/>
            </a:pPr>
            <a:r>
              <a:rPr lang="it-IT" sz="4000" dirty="0" smtClean="0"/>
              <a:t>Ho fede solo in te, nella Tua volontà</a:t>
            </a:r>
          </a:p>
          <a:p>
            <a:pPr marL="0" indent="0" algn="ctr">
              <a:buNone/>
            </a:pPr>
            <a:r>
              <a:rPr lang="it-IT" sz="4000" dirty="0" smtClean="0"/>
              <a:t>E vedo dentro me, che cosa Tu sai far.</a:t>
            </a:r>
          </a:p>
          <a:p>
            <a:pPr marL="0" indent="0" algn="ctr">
              <a:buNone/>
            </a:pPr>
            <a:r>
              <a:rPr lang="it-IT" sz="4000" dirty="0" smtClean="0"/>
              <a:t>Come cambi il mio cuor, col tuo amor.</a:t>
            </a:r>
          </a:p>
          <a:p>
            <a:pPr marL="0" indent="0" algn="just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7317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218</Words>
  <Application>Microsoft Office PowerPoint</Application>
  <PresentationFormat>Presentazione su schermo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Chi mi ha creato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 mi ha creato</dc:title>
  <dc:creator>CHIESA_MERATE_</dc:creator>
  <cp:lastModifiedBy>CHIESA_MERATE_</cp:lastModifiedBy>
  <cp:revision>2</cp:revision>
  <dcterms:created xsi:type="dcterms:W3CDTF">2013-01-12T10:08:58Z</dcterms:created>
  <dcterms:modified xsi:type="dcterms:W3CDTF">2013-01-12T10:21:29Z</dcterms:modified>
</cp:coreProperties>
</file>