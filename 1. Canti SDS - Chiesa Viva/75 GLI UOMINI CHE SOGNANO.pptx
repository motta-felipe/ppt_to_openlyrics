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8" r:id="rId5"/>
    <p:sldId id="259" r:id="rId6"/>
    <p:sldId id="262" r:id="rId7"/>
    <p:sldId id="260" r:id="rId8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4728" autoAdjust="0"/>
  </p:normalViewPr>
  <p:slideViewPr>
    <p:cSldViewPr>
      <p:cViewPr varScale="1">
        <p:scale>
          <a:sx n="70" d="100"/>
          <a:sy n="70" d="100"/>
        </p:scale>
        <p:origin x="-516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314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03/05/2013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03/05/2013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03/05/2013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03/05/2013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03/05/2013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03/05/2013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03/05/2013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03/05/2013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03/05/2013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03/05/2013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03/05/2013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66000">
              <a:schemeClr val="accent3">
                <a:lumMod val="72000"/>
                <a:lumOff val="28000"/>
                <a:alpha val="72000"/>
              </a:schemeClr>
            </a:gs>
            <a:gs pos="88000">
              <a:srgbClr val="FFFF66">
                <a:alpha val="56863"/>
                <a:lumMod val="69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49D355-16BD-4E45-BD9A-5EA878CF7CBD}" type="datetimeFigureOut">
              <a:rPr lang="it-IT" smtClean="0"/>
              <a:t>03/05/2013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 algn="ctr"/>
            <a:r>
              <a:rPr lang="it-IT" sz="11500" b="1" dirty="0" smtClean="0">
                <a:latin typeface="Candara" pitchFamily="34" charset="0"/>
              </a:rPr>
              <a:t>GLI UOMINI CHE SOGNANO</a:t>
            </a:r>
            <a:endParaRPr lang="it-IT" sz="11500" b="1" dirty="0">
              <a:latin typeface="Candar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987582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67544" y="44624"/>
            <a:ext cx="8229600" cy="6048672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4600" b="1" dirty="0" smtClean="0">
                <a:latin typeface="Candara" pitchFamily="34" charset="0"/>
              </a:rPr>
              <a:t>AMICO MIO, ASCOLTAMI</a:t>
            </a:r>
          </a:p>
          <a:p>
            <a:pPr marL="0" indent="0" algn="ctr">
              <a:buNone/>
            </a:pPr>
            <a:r>
              <a:rPr lang="it-IT" sz="4600" b="1" dirty="0" smtClean="0">
                <a:latin typeface="Candara" pitchFamily="34" charset="0"/>
              </a:rPr>
              <a:t>SAI CHE C’E’ UNA VIA MIGLIORE</a:t>
            </a:r>
          </a:p>
          <a:p>
            <a:pPr marL="0" indent="0" algn="ctr">
              <a:buNone/>
            </a:pPr>
            <a:r>
              <a:rPr lang="it-IT" sz="4600" b="1" dirty="0" smtClean="0">
                <a:latin typeface="Candara" pitchFamily="34" charset="0"/>
              </a:rPr>
              <a:t>PER COLMARE QUEL VUOTO CHE TI FA SENTIRE</a:t>
            </a:r>
          </a:p>
          <a:p>
            <a:pPr marL="0" indent="0" algn="ctr">
              <a:buNone/>
            </a:pPr>
            <a:r>
              <a:rPr lang="it-IT" sz="4600" b="1" dirty="0" smtClean="0">
                <a:latin typeface="Candara" pitchFamily="34" charset="0"/>
              </a:rPr>
              <a:t>COSI’ SOLO</a:t>
            </a:r>
          </a:p>
          <a:p>
            <a:pPr marL="0" indent="0" algn="ctr">
              <a:buNone/>
            </a:pPr>
            <a:r>
              <a:rPr lang="it-IT" sz="4600" b="1" dirty="0" smtClean="0">
                <a:latin typeface="Candara" pitchFamily="34" charset="0"/>
              </a:rPr>
              <a:t>SE I COLORI DELLA TUA VITA</a:t>
            </a:r>
          </a:p>
          <a:p>
            <a:pPr marL="0" indent="0" algn="ctr">
              <a:buNone/>
            </a:pPr>
            <a:r>
              <a:rPr lang="it-IT" sz="4600" b="1" dirty="0" smtClean="0">
                <a:latin typeface="Candara" pitchFamily="34" charset="0"/>
              </a:rPr>
              <a:t>NON SONO BELLI COME </a:t>
            </a:r>
            <a:r>
              <a:rPr lang="it-IT" sz="4600" b="1" dirty="0" smtClean="0">
                <a:latin typeface="Candara" pitchFamily="34" charset="0"/>
              </a:rPr>
              <a:t>L’ARCOBALENO</a:t>
            </a:r>
            <a:endParaRPr lang="it-IT" sz="4600" b="1" dirty="0" smtClean="0">
              <a:latin typeface="Candar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3114204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67544" y="44624"/>
            <a:ext cx="8229600" cy="6048672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4800" b="1" dirty="0" smtClean="0">
                <a:latin typeface="Candara" pitchFamily="34" charset="0"/>
              </a:rPr>
              <a:t>E </a:t>
            </a:r>
            <a:r>
              <a:rPr lang="it-IT" sz="4800" b="1" dirty="0" smtClean="0">
                <a:latin typeface="Candara" pitchFamily="34" charset="0"/>
              </a:rPr>
              <a:t>I BAGLIORI DI QUESTO MONDO </a:t>
            </a:r>
          </a:p>
          <a:p>
            <a:pPr marL="0" indent="0" algn="ctr">
              <a:buNone/>
            </a:pPr>
            <a:r>
              <a:rPr lang="it-IT" sz="4800" b="1" dirty="0" smtClean="0">
                <a:latin typeface="Candara" pitchFamily="34" charset="0"/>
              </a:rPr>
              <a:t>NON RISCHIARANO IL BUIO CHE C’E’ IN TE</a:t>
            </a:r>
          </a:p>
          <a:p>
            <a:pPr marL="0" indent="0" algn="ctr">
              <a:buNone/>
            </a:pPr>
            <a:r>
              <a:rPr lang="it-IT" sz="4800" b="1" dirty="0" smtClean="0">
                <a:latin typeface="Candara" pitchFamily="34" charset="0"/>
              </a:rPr>
              <a:t>RICORDATI CHE DIO E’ MORTO ANCHE PER TE</a:t>
            </a:r>
          </a:p>
          <a:p>
            <a:pPr marL="0" indent="0" algn="ctr">
              <a:buNone/>
            </a:pPr>
            <a:r>
              <a:rPr lang="it-IT" sz="4800" b="1" dirty="0" smtClean="0">
                <a:latin typeface="Candara" pitchFamily="34" charset="0"/>
              </a:rPr>
              <a:t>LUI L’HA FATTO PER AMORE E TI TENDE LA SUA MANO.</a:t>
            </a:r>
            <a:endParaRPr lang="it-IT" sz="4800" b="1" dirty="0">
              <a:latin typeface="Candar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341616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79512" y="116632"/>
            <a:ext cx="8640960" cy="6264696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4800" b="1" dirty="0" smtClean="0">
                <a:latin typeface="Candara" pitchFamily="34" charset="0"/>
              </a:rPr>
              <a:t>SI, LUI TI ACCAREZZA</a:t>
            </a:r>
          </a:p>
          <a:p>
            <a:pPr marL="0" indent="0" algn="ctr">
              <a:buNone/>
            </a:pPr>
            <a:r>
              <a:rPr lang="it-IT" sz="4800" b="1" dirty="0" smtClean="0">
                <a:latin typeface="Candara" pitchFamily="34" charset="0"/>
              </a:rPr>
              <a:t>QUANDO I RAGGI DEL SOLE RISCALDANO</a:t>
            </a:r>
          </a:p>
          <a:p>
            <a:pPr marL="0" indent="0" algn="ctr">
              <a:buNone/>
            </a:pPr>
            <a:r>
              <a:rPr lang="it-IT" sz="4800" b="1" dirty="0" smtClean="0">
                <a:latin typeface="Candara" pitchFamily="34" charset="0"/>
              </a:rPr>
              <a:t>IL TUO CUORE TRISTE.</a:t>
            </a:r>
          </a:p>
          <a:p>
            <a:pPr marL="0" indent="0" algn="ctr">
              <a:buNone/>
            </a:pPr>
            <a:r>
              <a:rPr lang="it-IT" sz="4800" b="1" dirty="0" smtClean="0">
                <a:latin typeface="Candara" pitchFamily="34" charset="0"/>
              </a:rPr>
              <a:t>SI, LUI TI COMPRENDE</a:t>
            </a:r>
          </a:p>
          <a:p>
            <a:pPr marL="0" indent="0" algn="ctr">
              <a:buNone/>
            </a:pPr>
            <a:r>
              <a:rPr lang="it-IT" sz="4800" b="1" dirty="0" smtClean="0">
                <a:latin typeface="Candara" pitchFamily="34" charset="0"/>
              </a:rPr>
              <a:t>ANCHE QUANDO IL DOLORE ED IL MALE</a:t>
            </a:r>
          </a:p>
          <a:p>
            <a:pPr marL="0" indent="0" algn="ctr">
              <a:buNone/>
            </a:pPr>
            <a:r>
              <a:rPr lang="it-IT" sz="4800" b="1" dirty="0" smtClean="0">
                <a:latin typeface="Candara" pitchFamily="34" charset="0"/>
              </a:rPr>
              <a:t>TI SOFFOCAN L’ANIMA.</a:t>
            </a:r>
            <a:endParaRPr lang="it-IT" sz="4800" b="1" dirty="0">
              <a:latin typeface="Candar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6503622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95536" y="260648"/>
            <a:ext cx="8568952" cy="6597352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4800" b="1" dirty="0" smtClean="0">
                <a:latin typeface="Candara" pitchFamily="34" charset="0"/>
              </a:rPr>
              <a:t>SI, LO SO’, TU PENSI CHE E’ TROPPO FACILE SOGNARE</a:t>
            </a:r>
          </a:p>
          <a:p>
            <a:pPr marL="0" indent="0" algn="ctr">
              <a:buNone/>
            </a:pPr>
            <a:r>
              <a:rPr lang="it-IT" sz="4800" b="1" dirty="0" smtClean="0">
                <a:latin typeface="Candara" pitchFamily="34" charset="0"/>
              </a:rPr>
              <a:t>VIVERE SPERANDO CHE IL DOMANI SIA MIGLIORE.</a:t>
            </a:r>
          </a:p>
          <a:p>
            <a:pPr marL="0" indent="0" algn="ctr">
              <a:buNone/>
            </a:pPr>
            <a:r>
              <a:rPr lang="it-IT" sz="4800" b="1" dirty="0" smtClean="0">
                <a:latin typeface="Candara" pitchFamily="34" charset="0"/>
              </a:rPr>
              <a:t>MA LE CERTEZZE CHE TI OFFRE QUESTO MONDO INCIVILE</a:t>
            </a:r>
          </a:p>
          <a:p>
            <a:pPr marL="0" indent="0" algn="ctr">
              <a:buNone/>
            </a:pPr>
            <a:r>
              <a:rPr lang="it-IT" sz="4800" b="1" dirty="0" smtClean="0">
                <a:latin typeface="Candara" pitchFamily="34" charset="0"/>
              </a:rPr>
              <a:t>SONO FORSE PIU’ CONCRETE DELL’AMORE DEL SIGNORE</a:t>
            </a:r>
            <a:r>
              <a:rPr lang="it-IT" sz="4800" b="1" dirty="0" smtClean="0">
                <a:latin typeface="Candara" pitchFamily="34" charset="0"/>
              </a:rPr>
              <a:t>?</a:t>
            </a:r>
            <a:endParaRPr lang="it-IT" sz="4800" b="1" dirty="0" smtClean="0">
              <a:latin typeface="Candar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3219477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95536" y="260648"/>
            <a:ext cx="8229600" cy="583264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6000" b="1" dirty="0" smtClean="0">
                <a:latin typeface="Candara" pitchFamily="34" charset="0"/>
              </a:rPr>
              <a:t>SE </a:t>
            </a:r>
            <a:r>
              <a:rPr lang="it-IT" sz="6000" b="1" dirty="0" smtClean="0">
                <a:latin typeface="Candara" pitchFamily="34" charset="0"/>
              </a:rPr>
              <a:t>TU CREDERAI LUI TI ACCOGLIERA’</a:t>
            </a:r>
          </a:p>
          <a:p>
            <a:pPr marL="0" indent="0" algn="ctr">
              <a:buNone/>
            </a:pPr>
            <a:r>
              <a:rPr lang="it-IT" sz="6000" b="1" dirty="0" smtClean="0">
                <a:latin typeface="Candara" pitchFamily="34" charset="0"/>
              </a:rPr>
              <a:t>NELLA TERRA CHE HA PROMESSO A TUTTI GLI UOMINI </a:t>
            </a:r>
          </a:p>
          <a:p>
            <a:pPr marL="0" indent="0" algn="ctr">
              <a:buNone/>
            </a:pPr>
            <a:r>
              <a:rPr lang="it-IT" sz="6000" b="1" dirty="0" smtClean="0">
                <a:latin typeface="Candara" pitchFamily="34" charset="0"/>
              </a:rPr>
              <a:t>CHE SOGNANO.</a:t>
            </a:r>
            <a:endParaRPr lang="it-IT" sz="6000" b="1" dirty="0">
              <a:latin typeface="Candar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6188797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67544" y="44624"/>
            <a:ext cx="8229600" cy="45259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4800" b="1" dirty="0">
                <a:latin typeface="Candara" pitchFamily="34" charset="0"/>
              </a:rPr>
              <a:t>SI, LUI TI ACCAREZZA</a:t>
            </a:r>
          </a:p>
          <a:p>
            <a:pPr marL="0" indent="0" algn="ctr">
              <a:buNone/>
            </a:pPr>
            <a:r>
              <a:rPr lang="it-IT" sz="4800" b="1" dirty="0">
                <a:latin typeface="Candara" pitchFamily="34" charset="0"/>
              </a:rPr>
              <a:t>QUANDO I RAGGI DEL SOLE RISCALDANO</a:t>
            </a:r>
          </a:p>
          <a:p>
            <a:pPr marL="0" indent="0" algn="ctr">
              <a:buNone/>
            </a:pPr>
            <a:r>
              <a:rPr lang="it-IT" sz="4800" b="1" dirty="0">
                <a:latin typeface="Candara" pitchFamily="34" charset="0"/>
              </a:rPr>
              <a:t>IL TUO CUORE TRISTE.</a:t>
            </a:r>
          </a:p>
          <a:p>
            <a:pPr marL="0" indent="0" algn="ctr">
              <a:buNone/>
            </a:pPr>
            <a:r>
              <a:rPr lang="it-IT" sz="4800" b="1" dirty="0">
                <a:latin typeface="Candara" pitchFamily="34" charset="0"/>
              </a:rPr>
              <a:t>SI, LUI TI COMPRENDE</a:t>
            </a:r>
          </a:p>
          <a:p>
            <a:pPr marL="0" indent="0" algn="ctr">
              <a:buNone/>
            </a:pPr>
            <a:r>
              <a:rPr lang="it-IT" sz="4800" b="1" dirty="0">
                <a:latin typeface="Candara" pitchFamily="34" charset="0"/>
              </a:rPr>
              <a:t>ANCHE QUANDO IL DOLORE ED IL MALE</a:t>
            </a:r>
          </a:p>
          <a:p>
            <a:pPr marL="0" indent="0" algn="ctr">
              <a:buNone/>
            </a:pPr>
            <a:r>
              <a:rPr lang="it-IT" sz="4800" b="1" dirty="0">
                <a:latin typeface="Candara" pitchFamily="34" charset="0"/>
              </a:rPr>
              <a:t>TI SOFFOCAN L’ANIMA.</a:t>
            </a:r>
          </a:p>
          <a:p>
            <a:pPr algn="ctr"/>
            <a:endParaRPr lang="it-IT" sz="4800" b="1" dirty="0">
              <a:latin typeface="Candar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1046932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195</Words>
  <Application>Microsoft Office PowerPoint</Application>
  <PresentationFormat>Presentazione su schermo (4:3)</PresentationFormat>
  <Paragraphs>30</Paragraphs>
  <Slides>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8" baseType="lpstr">
      <vt:lpstr>Tema di Office</vt:lpstr>
      <vt:lpstr>GLI UOMINI CHE SOGNANO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GLI UOMINI CHE SOGNANO</dc:title>
  <cp:lastModifiedBy>Gruppo Merate-Olgiat</cp:lastModifiedBy>
  <cp:revision>4</cp:revision>
  <dcterms:modified xsi:type="dcterms:W3CDTF">2013-05-04T06:11:12Z</dcterms:modified>
</cp:coreProperties>
</file>