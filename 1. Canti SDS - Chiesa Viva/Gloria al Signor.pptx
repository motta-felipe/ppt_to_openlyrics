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F422"/>
    <a:srgbClr val="E50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51" d="100"/>
          <a:sy n="51" d="100"/>
        </p:scale>
        <p:origin x="-1229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104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31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162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979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0945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156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989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539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795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324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854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33000">
              <a:srgbClr val="E50BBB"/>
            </a:gs>
            <a:gs pos="100000">
              <a:schemeClr val="bg1"/>
            </a:gs>
            <a:gs pos="70000">
              <a:srgbClr val="0CF42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0258C-879D-48A3-A8BA-DA54541C945D}" type="datetimeFigureOut">
              <a:rPr lang="it-IT" smtClean="0"/>
              <a:t>23/09/2015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FCD7A-8C4A-4651-97AF-2E72FF78AF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663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6000" dirty="0" smtClean="0">
                <a:latin typeface="Comic Sans MS" panose="030F0702030302020204" pitchFamily="66" charset="0"/>
              </a:rPr>
              <a:t>Gloria al Signor</a:t>
            </a:r>
            <a:endParaRPr lang="it-IT" sz="6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03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7100" dirty="0" smtClean="0">
                <a:latin typeface="Comic Sans MS" panose="030F0702030302020204" pitchFamily="66" charset="0"/>
              </a:rPr>
              <a:t>Alleluia,</a:t>
            </a:r>
          </a:p>
          <a:p>
            <a:pPr marL="0" indent="0" algn="ctr">
              <a:buNone/>
            </a:pPr>
            <a:r>
              <a:rPr lang="it-IT" sz="7100" dirty="0" smtClean="0">
                <a:latin typeface="Comic Sans MS" panose="030F0702030302020204" pitchFamily="66" charset="0"/>
              </a:rPr>
              <a:t>Alleluia,</a:t>
            </a:r>
          </a:p>
          <a:p>
            <a:pPr marL="0" indent="0" algn="ctr">
              <a:buNone/>
            </a:pPr>
            <a:r>
              <a:rPr lang="it-IT" sz="7100" dirty="0" smtClean="0">
                <a:latin typeface="Comic Sans MS" panose="030F0702030302020204" pitchFamily="66" charset="0"/>
              </a:rPr>
              <a:t>Gloria al Signor</a:t>
            </a:r>
          </a:p>
          <a:p>
            <a:pPr marL="0" indent="0" algn="ctr">
              <a:buNone/>
            </a:pPr>
            <a:r>
              <a:rPr lang="it-IT" sz="7100" dirty="0" smtClean="0">
                <a:latin typeface="Comic Sans MS" panose="030F0702030302020204" pitchFamily="66" charset="0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4115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it-IT" sz="71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>
                <a:solidFill>
                  <a:srgbClr val="FF0000"/>
                </a:solidFill>
                <a:latin typeface="Comic Sans MS" panose="030F0702030302020204" pitchFamily="66" charset="0"/>
              </a:rPr>
              <a:t>alleluia</a:t>
            </a:r>
            <a:r>
              <a:rPr lang="it-IT" sz="7100" dirty="0">
                <a:latin typeface="Comic Sans MS" panose="030F0702030302020204" pitchFamily="66" charset="0"/>
              </a:rPr>
              <a:t>, gloria al Signor! </a:t>
            </a:r>
            <a:endParaRPr lang="it-IT" sz="7100" dirty="0" smtClean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it-IT" sz="7100" dirty="0" err="1" smtClean="0">
                <a:solidFill>
                  <a:srgbClr val="00206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>
                <a:solidFill>
                  <a:srgbClr val="FF0000"/>
                </a:solidFill>
                <a:latin typeface="Comic Sans MS" panose="030F0702030302020204" pitchFamily="66" charset="0"/>
              </a:rPr>
              <a:t>alleluia</a:t>
            </a:r>
            <a:r>
              <a:rPr lang="it-IT" sz="7100" dirty="0">
                <a:latin typeface="Comic Sans MS" panose="030F0702030302020204" pitchFamily="66" charset="0"/>
              </a:rPr>
              <a:t>, gloria al Signor! </a:t>
            </a:r>
          </a:p>
          <a:p>
            <a:pPr marL="0" indent="0" algn="ctr">
              <a:buNone/>
            </a:pPr>
            <a:endParaRPr lang="it-IT" sz="7100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64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it-IT" dirty="0">
                <a:latin typeface="Comic Sans MS" panose="030F0702030302020204" pitchFamily="66" charset="0"/>
              </a:rPr>
              <a:t> </a:t>
            </a:r>
            <a:r>
              <a:rPr lang="it-IT" sz="60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Gloria </a:t>
            </a:r>
            <a:r>
              <a:rPr lang="it-IT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al Signor</a:t>
            </a:r>
            <a:r>
              <a:rPr lang="it-IT" sz="6000" dirty="0">
                <a:latin typeface="Comic Sans MS" panose="030F0702030302020204" pitchFamily="66" charset="0"/>
              </a:rPr>
              <a:t>, </a:t>
            </a:r>
            <a:r>
              <a:rPr lang="it-IT" sz="6000" dirty="0">
                <a:solidFill>
                  <a:srgbClr val="002060"/>
                </a:solidFill>
                <a:latin typeface="Comic Sans MS" panose="030F0702030302020204" pitchFamily="66" charset="0"/>
              </a:rPr>
              <a:t>alleluia</a:t>
            </a:r>
            <a:r>
              <a:rPr lang="it-IT" sz="6000" dirty="0">
                <a:latin typeface="Comic Sans MS" panose="030F0702030302020204" pitchFamily="66" charset="0"/>
              </a:rPr>
              <a:t>!</a:t>
            </a:r>
          </a:p>
          <a:p>
            <a:pPr marL="0" indent="0" algn="ctr">
              <a:buNone/>
            </a:pPr>
            <a:r>
              <a:rPr lang="it-IT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Gloria al Signor</a:t>
            </a:r>
            <a:r>
              <a:rPr lang="it-IT" sz="6000" dirty="0">
                <a:latin typeface="Comic Sans MS" panose="030F0702030302020204" pitchFamily="66" charset="0"/>
              </a:rPr>
              <a:t>, </a:t>
            </a:r>
            <a:r>
              <a:rPr lang="it-IT" sz="6000" dirty="0">
                <a:solidFill>
                  <a:srgbClr val="002060"/>
                </a:solidFill>
                <a:latin typeface="Comic Sans MS" panose="030F0702030302020204" pitchFamily="66" charset="0"/>
              </a:rPr>
              <a:t>alleluia</a:t>
            </a:r>
            <a:r>
              <a:rPr lang="it-IT" sz="6000" dirty="0">
                <a:latin typeface="Comic Sans MS" panose="030F0702030302020204" pitchFamily="66" charset="0"/>
              </a:rPr>
              <a:t>!</a:t>
            </a:r>
          </a:p>
          <a:p>
            <a:pPr marL="0" indent="0" algn="ctr">
              <a:buNone/>
            </a:pPr>
            <a:r>
              <a:rPr lang="it-IT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Gloria al Signor</a:t>
            </a:r>
            <a:r>
              <a:rPr lang="it-IT" sz="6000" dirty="0">
                <a:latin typeface="Comic Sans MS" panose="030F0702030302020204" pitchFamily="66" charset="0"/>
              </a:rPr>
              <a:t>, </a:t>
            </a:r>
            <a:r>
              <a:rPr lang="it-IT" sz="6000" dirty="0">
                <a:solidFill>
                  <a:srgbClr val="002060"/>
                </a:solidFill>
                <a:latin typeface="Comic Sans MS" panose="030F0702030302020204" pitchFamily="66" charset="0"/>
              </a:rPr>
              <a:t>alleluia</a:t>
            </a:r>
            <a:r>
              <a:rPr lang="it-IT" sz="6000" dirty="0">
                <a:latin typeface="Comic Sans MS" panose="030F0702030302020204" pitchFamily="66" charset="0"/>
              </a:rPr>
              <a:t>!</a:t>
            </a:r>
          </a:p>
          <a:p>
            <a:pPr marL="0" indent="0" algn="ctr">
              <a:buNone/>
            </a:pPr>
            <a:r>
              <a:rPr lang="it-IT" sz="6000" dirty="0">
                <a:latin typeface="Comic Sans MS" panose="030F0702030302020204" pitchFamily="66" charset="0"/>
              </a:rPr>
              <a:t>Gloria al Signor!</a:t>
            </a:r>
          </a:p>
          <a:p>
            <a:pPr marL="0" indent="0">
              <a:buNone/>
            </a:pPr>
            <a:endParaRPr lang="it-IT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3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it-IT" sz="710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>
                <a:solidFill>
                  <a:srgbClr val="002060"/>
                </a:solidFill>
                <a:latin typeface="Comic Sans MS" panose="030F0702030302020204" pitchFamily="66" charset="0"/>
              </a:rPr>
              <a:t>alleluia</a:t>
            </a:r>
            <a:r>
              <a:rPr lang="it-IT" sz="7100" dirty="0">
                <a:latin typeface="Comic Sans MS" panose="030F0702030302020204" pitchFamily="66" charset="0"/>
              </a:rPr>
              <a:t>, gloria al Signor! </a:t>
            </a:r>
            <a:endParaRPr lang="it-IT" sz="7100" dirty="0" smtClean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it-IT" sz="7100" dirty="0" err="1" smtClean="0">
                <a:solidFill>
                  <a:srgbClr val="FF000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 err="1">
                <a:solidFill>
                  <a:srgbClr val="00206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allelu</a:t>
            </a:r>
            <a:r>
              <a:rPr lang="it-IT" sz="7100" dirty="0">
                <a:latin typeface="Comic Sans MS" panose="030F0702030302020204" pitchFamily="66" charset="0"/>
              </a:rPr>
              <a:t>, </a:t>
            </a:r>
            <a:r>
              <a:rPr lang="it-IT" sz="7100" dirty="0">
                <a:solidFill>
                  <a:srgbClr val="002060"/>
                </a:solidFill>
                <a:latin typeface="Comic Sans MS" panose="030F0702030302020204" pitchFamily="66" charset="0"/>
              </a:rPr>
              <a:t>alleluia</a:t>
            </a:r>
            <a:r>
              <a:rPr lang="it-IT" sz="7100" dirty="0">
                <a:latin typeface="Comic Sans MS" panose="030F0702030302020204" pitchFamily="66" charset="0"/>
              </a:rPr>
              <a:t>, gloria al Signor! </a:t>
            </a:r>
          </a:p>
          <a:p>
            <a:pPr marL="0" indent="0" algn="ctr">
              <a:buNone/>
            </a:pPr>
            <a:endParaRPr lang="it-IT" sz="7100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70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it-IT" dirty="0">
                <a:latin typeface="Comic Sans MS" panose="030F0702030302020204" pitchFamily="66" charset="0"/>
              </a:rPr>
              <a:t> </a:t>
            </a:r>
            <a:r>
              <a:rPr lang="it-IT" sz="6000" dirty="0" smtClean="0">
                <a:solidFill>
                  <a:srgbClr val="002060"/>
                </a:solidFill>
                <a:latin typeface="Comic Sans MS" panose="030F0702030302020204" pitchFamily="66" charset="0"/>
              </a:rPr>
              <a:t>Gloria </a:t>
            </a:r>
            <a:r>
              <a:rPr lang="it-IT" sz="6000" dirty="0">
                <a:solidFill>
                  <a:srgbClr val="002060"/>
                </a:solidFill>
                <a:latin typeface="Comic Sans MS" panose="030F0702030302020204" pitchFamily="66" charset="0"/>
              </a:rPr>
              <a:t>al Signor</a:t>
            </a:r>
            <a:r>
              <a:rPr lang="it-IT" sz="6000" dirty="0">
                <a:latin typeface="Comic Sans MS" panose="030F0702030302020204" pitchFamily="66" charset="0"/>
              </a:rPr>
              <a:t>, </a:t>
            </a:r>
            <a:r>
              <a:rPr lang="it-IT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alleluia</a:t>
            </a:r>
            <a:r>
              <a:rPr lang="it-IT" sz="6000" dirty="0">
                <a:latin typeface="Comic Sans MS" panose="030F0702030302020204" pitchFamily="66" charset="0"/>
              </a:rPr>
              <a:t>!</a:t>
            </a:r>
          </a:p>
          <a:p>
            <a:pPr marL="0" indent="0" algn="ctr">
              <a:buNone/>
            </a:pPr>
            <a:r>
              <a:rPr lang="it-IT" sz="6000" dirty="0">
                <a:solidFill>
                  <a:srgbClr val="002060"/>
                </a:solidFill>
                <a:latin typeface="Comic Sans MS" panose="030F0702030302020204" pitchFamily="66" charset="0"/>
              </a:rPr>
              <a:t>Gloria al Signor</a:t>
            </a:r>
            <a:r>
              <a:rPr lang="it-IT" sz="6000" dirty="0">
                <a:latin typeface="Comic Sans MS" panose="030F0702030302020204" pitchFamily="66" charset="0"/>
              </a:rPr>
              <a:t>, </a:t>
            </a:r>
            <a:r>
              <a:rPr lang="it-IT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alleluia</a:t>
            </a:r>
            <a:r>
              <a:rPr lang="it-IT" sz="6000" dirty="0">
                <a:latin typeface="Comic Sans MS" panose="030F0702030302020204" pitchFamily="66" charset="0"/>
              </a:rPr>
              <a:t>!</a:t>
            </a:r>
          </a:p>
          <a:p>
            <a:pPr marL="0" indent="0" algn="ctr">
              <a:buNone/>
            </a:pPr>
            <a:r>
              <a:rPr lang="it-IT" sz="6000" dirty="0">
                <a:solidFill>
                  <a:srgbClr val="002060"/>
                </a:solidFill>
                <a:latin typeface="Comic Sans MS" panose="030F0702030302020204" pitchFamily="66" charset="0"/>
              </a:rPr>
              <a:t>Gloria al Signor</a:t>
            </a:r>
            <a:r>
              <a:rPr lang="it-IT" sz="6000" dirty="0">
                <a:latin typeface="Comic Sans MS" panose="030F0702030302020204" pitchFamily="66" charset="0"/>
              </a:rPr>
              <a:t>, </a:t>
            </a:r>
            <a:r>
              <a:rPr lang="it-IT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alleluia</a:t>
            </a:r>
            <a:r>
              <a:rPr lang="it-IT" sz="6000" dirty="0">
                <a:latin typeface="Comic Sans MS" panose="030F0702030302020204" pitchFamily="66" charset="0"/>
              </a:rPr>
              <a:t>!</a:t>
            </a:r>
          </a:p>
          <a:p>
            <a:pPr marL="0" indent="0" algn="ctr">
              <a:buNone/>
            </a:pPr>
            <a:r>
              <a:rPr lang="it-IT" sz="6000" dirty="0">
                <a:latin typeface="Comic Sans MS" panose="030F0702030302020204" pitchFamily="66" charset="0"/>
              </a:rPr>
              <a:t>Gloria al Signor!</a:t>
            </a:r>
          </a:p>
          <a:p>
            <a:pPr marL="0" indent="0">
              <a:buNone/>
            </a:pPr>
            <a:endParaRPr lang="it-IT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5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59</Words>
  <Application>Microsoft Office PowerPoint</Application>
  <PresentationFormat>Presentazione su schermo (4:3)</PresentationFormat>
  <Paragraphs>17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Gloria al Signor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Gloria al Signor</dc:title>
  <dc:creator>Windows XP</dc:creator>
  <cp:lastModifiedBy>GRUPPO MERATE</cp:lastModifiedBy>
  <cp:revision>4</cp:revision>
  <dcterms:created xsi:type="dcterms:W3CDTF">2014-12-26T15:16:29Z</dcterms:created>
  <dcterms:modified xsi:type="dcterms:W3CDTF">2015-09-23T17:11:28Z</dcterms:modified>
</cp:coreProperties>
</file>