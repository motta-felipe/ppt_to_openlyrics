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-18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742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136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76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635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54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669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702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379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888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76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08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53B46-5EB7-4861-9598-451BDB8F1B66}" type="datetimeFigureOut">
              <a:rPr lang="it-IT" smtClean="0"/>
              <a:t>14/03/2014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41833-D3BE-4767-838F-917230D1EC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126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56823" y="1352281"/>
            <a:ext cx="10972801" cy="4456090"/>
          </a:xfrm>
        </p:spPr>
        <p:txBody>
          <a:bodyPr>
            <a:noAutofit/>
          </a:bodyPr>
          <a:lstStyle/>
          <a:p>
            <a:r>
              <a:rPr lang="it-IT" sz="5400" b="1" dirty="0" smtClean="0"/>
              <a:t>Incontrare te</a:t>
            </a:r>
          </a:p>
          <a:p>
            <a:r>
              <a:rPr lang="it-IT" sz="4800" dirty="0" smtClean="0"/>
              <a:t>Mi arde il cuore dentro sapendo che ci sei</a:t>
            </a:r>
          </a:p>
          <a:p>
            <a:r>
              <a:rPr lang="it-IT" sz="4800" dirty="0" smtClean="0"/>
              <a:t>Sei il soffio della vita che pulsa dentro me</a:t>
            </a:r>
          </a:p>
          <a:p>
            <a:r>
              <a:rPr lang="it-IT" sz="4800" dirty="0" smtClean="0"/>
              <a:t>Lo spirito di forza respira dentro me,</a:t>
            </a:r>
          </a:p>
          <a:p>
            <a:r>
              <a:rPr lang="it-IT" sz="4800" dirty="0" smtClean="0"/>
              <a:t>Mi rende testimone, mi chiede fedeltà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07345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772733" y="1184856"/>
            <a:ext cx="102515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Raccolto nel profondo lo so che tu ci sei</a:t>
            </a:r>
          </a:p>
          <a:p>
            <a:pPr algn="ctr"/>
            <a:r>
              <a:rPr lang="it-IT" sz="4800" dirty="0" smtClean="0"/>
              <a:t>E parli nel silenzio tenendomi per mano;</a:t>
            </a:r>
          </a:p>
          <a:p>
            <a:pPr algn="ctr"/>
            <a:r>
              <a:rPr lang="it-IT" sz="4800" dirty="0" smtClean="0"/>
              <a:t>E scopro che sei Padre e tenerezza immensa,</a:t>
            </a:r>
          </a:p>
          <a:p>
            <a:pPr algn="ctr"/>
            <a:r>
              <a:rPr lang="it-IT" sz="4800" dirty="0" smtClean="0"/>
              <a:t>Misericordia grande che accoglie nel perdono.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16716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24248" y="1184857"/>
            <a:ext cx="105864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/>
              <a:t>Incontrare te è scoprire che</a:t>
            </a:r>
          </a:p>
          <a:p>
            <a:pPr algn="ctr"/>
            <a:r>
              <a:rPr lang="it-IT" sz="7200" dirty="0" smtClean="0"/>
              <a:t>Solo tu, signore, sei la vita mia,</a:t>
            </a:r>
          </a:p>
          <a:p>
            <a:pPr algn="ctr"/>
            <a:r>
              <a:rPr lang="it-IT" sz="7200" dirty="0" smtClean="0"/>
              <a:t>Tu sei la vera compagnia</a:t>
            </a:r>
            <a:endParaRPr lang="it-IT" sz="7200" dirty="0"/>
          </a:p>
        </p:txBody>
      </p:sp>
    </p:spTree>
    <p:extLst>
      <p:ext uri="{BB962C8B-B14F-4D97-AF65-F5344CB8AC3E}">
        <p14:creationId xmlns:p14="http://schemas.microsoft.com/office/powerpoint/2010/main" val="285254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708337" y="1493949"/>
            <a:ext cx="110114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Avvolgimi, Signore, del mistero che tu sei,</a:t>
            </a:r>
          </a:p>
          <a:p>
            <a:pPr algn="ctr"/>
            <a:r>
              <a:rPr lang="it-IT" sz="4800" dirty="0" smtClean="0"/>
              <a:t>Riempimi di luce e vivi dentro me.</a:t>
            </a:r>
          </a:p>
          <a:p>
            <a:pPr algn="ctr"/>
            <a:r>
              <a:rPr lang="it-IT" sz="4800" dirty="0" smtClean="0"/>
              <a:t>Mi sazierò di tè, della tua presenza viva,</a:t>
            </a:r>
          </a:p>
          <a:p>
            <a:pPr algn="ctr"/>
            <a:r>
              <a:rPr lang="it-IT" sz="4800" dirty="0" smtClean="0"/>
              <a:t>Vivrò per il tuo nome,</a:t>
            </a:r>
          </a:p>
          <a:p>
            <a:pPr algn="ctr"/>
            <a:r>
              <a:rPr lang="it-IT" sz="4800" dirty="0" smtClean="0"/>
              <a:t>Con te camminerò.</a:t>
            </a:r>
          </a:p>
        </p:txBody>
      </p:sp>
    </p:spTree>
    <p:extLst>
      <p:ext uri="{BB962C8B-B14F-4D97-AF65-F5344CB8AC3E}">
        <p14:creationId xmlns:p14="http://schemas.microsoft.com/office/powerpoint/2010/main" val="224805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24248" y="1184857"/>
            <a:ext cx="105864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/>
              <a:t>Incontrare te è scoprire che</a:t>
            </a:r>
          </a:p>
          <a:p>
            <a:pPr algn="ctr"/>
            <a:r>
              <a:rPr lang="it-IT" sz="7200" dirty="0" smtClean="0"/>
              <a:t>Solo tu, signore, sei la vita mia,</a:t>
            </a:r>
          </a:p>
          <a:p>
            <a:pPr algn="ctr"/>
            <a:r>
              <a:rPr lang="it-IT" sz="7200" dirty="0" smtClean="0"/>
              <a:t>Tu sei la vera compagnia</a:t>
            </a:r>
            <a:endParaRPr lang="it-IT" sz="7200" dirty="0"/>
          </a:p>
        </p:txBody>
      </p:sp>
    </p:spTree>
    <p:extLst>
      <p:ext uri="{BB962C8B-B14F-4D97-AF65-F5344CB8AC3E}">
        <p14:creationId xmlns:p14="http://schemas.microsoft.com/office/powerpoint/2010/main" val="61332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24248" y="640847"/>
            <a:ext cx="105864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/>
              <a:t>Incontrare te è scoprire che</a:t>
            </a:r>
          </a:p>
          <a:p>
            <a:pPr algn="ctr"/>
            <a:r>
              <a:rPr lang="it-IT" sz="7200" dirty="0" smtClean="0"/>
              <a:t>Solo tu, signore, sei la vita mia,</a:t>
            </a:r>
          </a:p>
          <a:p>
            <a:pPr algn="ctr"/>
            <a:r>
              <a:rPr lang="it-IT" sz="7200" dirty="0" smtClean="0"/>
              <a:t>Tu sei la vera </a:t>
            </a:r>
            <a:r>
              <a:rPr lang="it-IT" sz="7200" dirty="0" smtClean="0"/>
              <a:t>compagnia</a:t>
            </a:r>
          </a:p>
          <a:p>
            <a:pPr algn="ctr"/>
            <a:r>
              <a:rPr lang="it-IT" sz="7200" dirty="0" smtClean="0"/>
              <a:t>X2</a:t>
            </a:r>
            <a:endParaRPr lang="it-IT" sz="7200" dirty="0"/>
          </a:p>
        </p:txBody>
      </p:sp>
    </p:spTree>
    <p:extLst>
      <p:ext uri="{BB962C8B-B14F-4D97-AF65-F5344CB8AC3E}">
        <p14:creationId xmlns:p14="http://schemas.microsoft.com/office/powerpoint/2010/main" val="133629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167</Words>
  <Application>Microsoft Office PowerPoint</Application>
  <PresentationFormat>Personalizzato</PresentationFormat>
  <Paragraphs>24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GRUPPO MERATE</cp:lastModifiedBy>
  <cp:revision>5</cp:revision>
  <dcterms:created xsi:type="dcterms:W3CDTF">2014-03-11T18:50:14Z</dcterms:created>
  <dcterms:modified xsi:type="dcterms:W3CDTF">2014-03-14T18:47:50Z</dcterms:modified>
</cp:coreProperties>
</file>