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FF00FF"/>
    <a:srgbClr val="FFFF66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4584" autoAdjust="0"/>
  </p:normalViewPr>
  <p:slideViewPr>
    <p:cSldViewPr>
      <p:cViewPr varScale="1">
        <p:scale>
          <a:sx n="51" d="100"/>
          <a:sy n="51" d="100"/>
        </p:scale>
        <p:origin x="-1229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9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7256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201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481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231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38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428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895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08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794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25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851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1000">
              <a:srgbClr val="6699FF"/>
            </a:gs>
            <a:gs pos="0">
              <a:srgbClr val="FF00FF"/>
            </a:gs>
            <a:gs pos="49000">
              <a:srgbClr val="FFFF66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B5772-5992-43EC-B5BB-34B15D7F885B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278D1-9C19-48CD-9CB3-E27459213D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472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391023"/>
            <a:ext cx="7772400" cy="1470025"/>
          </a:xfrm>
        </p:spPr>
        <p:txBody>
          <a:bodyPr>
            <a:normAutofit/>
          </a:bodyPr>
          <a:lstStyle/>
          <a:p>
            <a:r>
              <a:rPr lang="it-IT" sz="8800" dirty="0" smtClean="0">
                <a:latin typeface="AR ESSENCE" panose="02000000000000000000" pitchFamily="2" charset="0"/>
              </a:rPr>
              <a:t>PRINCIPE DI PACE</a:t>
            </a:r>
            <a:endParaRPr lang="it-IT" sz="8800" dirty="0">
              <a:latin typeface="AR ESSEN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247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Tu sei santo</a:t>
            </a:r>
            <a:r>
              <a:rPr lang="it-IT" sz="3600" dirty="0" smtClean="0">
                <a:latin typeface="AR ESSENCE" panose="02000000000000000000" pitchFamily="2" charset="0"/>
              </a:rPr>
              <a:t> 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sei santo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Tu sei grande</a:t>
            </a:r>
            <a:r>
              <a:rPr lang="it-IT" sz="3600" dirty="0" smtClean="0">
                <a:latin typeface="AR ESSENCE" panose="02000000000000000000" pitchFamily="2" charset="0"/>
              </a:rPr>
              <a:t> 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sei grande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Tu sei degno </a:t>
            </a:r>
            <a:r>
              <a:rPr lang="it-IT" sz="3600" dirty="0" smtClean="0">
                <a:latin typeface="AR ESSENCE" panose="02000000000000000000" pitchFamily="2" charset="0"/>
              </a:rPr>
              <a:t>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sei degno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Degno d’amor </a:t>
            </a:r>
            <a:r>
              <a:rPr lang="it-IT" sz="3600" dirty="0" smtClean="0">
                <a:latin typeface="AR ESSENCE" panose="02000000000000000000" pitchFamily="2" charset="0"/>
              </a:rPr>
              <a:t>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Degno d’amor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Voglio amarti </a:t>
            </a:r>
            <a:r>
              <a:rPr lang="it-IT" sz="3600" dirty="0" smtClean="0">
                <a:latin typeface="AR ESSENCE" panose="02000000000000000000" pitchFamily="2" charset="0"/>
              </a:rPr>
              <a:t>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Voglio amarti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E </a:t>
            </a:r>
            <a:r>
              <a:rPr lang="it-IT" sz="3600" dirty="0" err="1" smtClean="0">
                <a:solidFill>
                  <a:srgbClr val="FF0000"/>
                </a:solidFill>
                <a:latin typeface="AR ESSENCE" panose="02000000000000000000" pitchFamily="2" charset="0"/>
              </a:rPr>
              <a:t>lodarTi</a:t>
            </a: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 </a:t>
            </a:r>
            <a:r>
              <a:rPr lang="it-IT" sz="3600" dirty="0" smtClean="0">
                <a:latin typeface="AR ESSENCE" panose="02000000000000000000" pitchFamily="2" charset="0"/>
              </a:rPr>
              <a:t>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E </a:t>
            </a:r>
            <a:r>
              <a:rPr lang="it-IT" sz="3600" dirty="0" err="1" smtClean="0">
                <a:solidFill>
                  <a:srgbClr val="002060"/>
                </a:solidFill>
                <a:latin typeface="AR ESSENCE" panose="02000000000000000000" pitchFamily="2" charset="0"/>
              </a:rPr>
              <a:t>lodarTi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err="1" smtClean="0">
                <a:solidFill>
                  <a:srgbClr val="FF0000"/>
                </a:solidFill>
                <a:latin typeface="AR ESSENCE" panose="02000000000000000000" pitchFamily="2" charset="0"/>
              </a:rPr>
              <a:t>AdorarTi</a:t>
            </a: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 </a:t>
            </a:r>
            <a:r>
              <a:rPr lang="it-IT" sz="3600" dirty="0" smtClean="0">
                <a:latin typeface="AR ESSENCE" panose="02000000000000000000" pitchFamily="2" charset="0"/>
              </a:rPr>
              <a:t>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Adorarti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Mio Re dei Re </a:t>
            </a:r>
            <a:r>
              <a:rPr lang="it-IT" sz="3600" dirty="0" smtClean="0">
                <a:latin typeface="AR ESSENCE" panose="02000000000000000000" pitchFamily="2" charset="0"/>
              </a:rPr>
              <a:t>(</a:t>
            </a:r>
            <a:r>
              <a:rPr lang="it-IT" sz="3600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Mio Re dei Re</a:t>
            </a:r>
            <a:r>
              <a:rPr lang="it-IT" sz="3600" dirty="0" smtClean="0">
                <a:latin typeface="AR ESSENCE" panose="02000000000000000000" pitchFamily="2" charset="0"/>
              </a:rPr>
              <a:t>)</a:t>
            </a:r>
            <a:endParaRPr lang="it-IT" sz="3600" dirty="0">
              <a:latin typeface="AR ESSEN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>
          <a:xfrm>
            <a:off x="453008" y="1268760"/>
            <a:ext cx="4038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Canterò e 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Adorerò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Il Re che 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È degno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Amerò 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Onorerò 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Mi inchinerò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Davanti a lui</a:t>
            </a:r>
          </a:p>
          <a:p>
            <a:pPr marL="0" indent="0" algn="ctr">
              <a:buNone/>
            </a:pPr>
            <a:endParaRPr lang="it-IT" dirty="0" smtClean="0">
              <a:solidFill>
                <a:srgbClr val="FF0000"/>
              </a:solidFill>
              <a:latin typeface="AR ESSENCE" panose="02000000000000000000" pitchFamily="2" charset="0"/>
            </a:endParaRPr>
          </a:p>
        </p:txBody>
      </p:sp>
      <p:sp>
        <p:nvSpPr>
          <p:cNvPr id="6" name="Segnaposto contenuto 5"/>
          <p:cNvSpPr>
            <a:spLocks noGrp="1"/>
          </p:cNvSpPr>
          <p:nvPr>
            <p:ph sz="half" idx="2"/>
          </p:nvPr>
        </p:nvSpPr>
        <p:spPr>
          <a:xfrm>
            <a:off x="4644008" y="1268760"/>
            <a:ext cx="4038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sei Re dei Re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Mio potente Dio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Il più grande 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L’incredibile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Sei l’Emmanuel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Il magnifico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Il mio buon </a:t>
            </a:r>
            <a:r>
              <a:rPr lang="it-IT" dirty="0" err="1" smtClean="0">
                <a:solidFill>
                  <a:srgbClr val="002060"/>
                </a:solidFill>
                <a:latin typeface="AR ESSENCE" panose="02000000000000000000" pitchFamily="2" charset="0"/>
              </a:rPr>
              <a:t>pastor</a:t>
            </a:r>
            <a:endParaRPr lang="it-IT" dirty="0" smtClean="0">
              <a:solidFill>
                <a:srgbClr val="002060"/>
              </a:solidFill>
              <a:latin typeface="AR ESSENCE" panose="02000000000000000000" pitchFamily="2" charset="0"/>
            </a:endParaRP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sei l’</a:t>
            </a:r>
            <a:r>
              <a:rPr lang="it-IT" dirty="0" err="1" smtClean="0">
                <a:solidFill>
                  <a:srgbClr val="002060"/>
                </a:solidFill>
                <a:latin typeface="AR ESSENCE" panose="02000000000000000000" pitchFamily="2" charset="0"/>
              </a:rPr>
              <a:t>agnel</a:t>
            </a:r>
            <a:endParaRPr lang="it-IT" dirty="0" smtClean="0">
              <a:solidFill>
                <a:srgbClr val="002060"/>
              </a:solidFill>
              <a:latin typeface="AR ESSEN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6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Canterò 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Onorerò 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Il Re che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È degno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Amerò 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Onorerò 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Mi inchinerò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  <a:latin typeface="AR ESSENCE" panose="02000000000000000000" pitchFamily="2" charset="0"/>
              </a:rPr>
              <a:t>Davanti a lui</a:t>
            </a:r>
          </a:p>
          <a:p>
            <a:pPr marL="0" indent="0" algn="ctr">
              <a:buNone/>
            </a:pPr>
            <a:endParaRPr lang="it-IT" dirty="0" smtClean="0">
              <a:latin typeface="AR ESSENCE" panose="02000000000000000000" pitchFamily="2" charset="0"/>
            </a:endParaRPr>
          </a:p>
          <a:p>
            <a:pPr marL="0" indent="0" algn="ctr">
              <a:buNone/>
            </a:pPr>
            <a:endParaRPr lang="it-IT" dirty="0">
              <a:latin typeface="AR ESSENCE" panose="02000000000000000000" pitchFamily="2" charset="0"/>
            </a:endParaRPr>
          </a:p>
        </p:txBody>
      </p:sp>
      <p:sp>
        <p:nvSpPr>
          <p:cNvPr id="6" name="Segnaposto contenuto 5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sei il Dio vivente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Il mio salvator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ci sei da sempre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E per l’eternità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Tu sei l’alfa, l’omega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L’inizio, la fine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Redentore, Messia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002060"/>
                </a:solidFill>
                <a:latin typeface="AR ESSENCE" panose="02000000000000000000" pitchFamily="2" charset="0"/>
              </a:rPr>
              <a:t>Amico e Signore</a:t>
            </a:r>
          </a:p>
        </p:txBody>
      </p:sp>
    </p:spTree>
    <p:extLst>
      <p:ext uri="{BB962C8B-B14F-4D97-AF65-F5344CB8AC3E}">
        <p14:creationId xmlns:p14="http://schemas.microsoft.com/office/powerpoint/2010/main" val="309510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14" y="3657216"/>
            <a:ext cx="9144000" cy="1355960"/>
          </a:xfrm>
        </p:spPr>
        <p:txBody>
          <a:bodyPr>
            <a:prstTxWarp prst="textArchUp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it-IT" sz="7200" dirty="0" smtClean="0">
                <a:latin typeface="AR ESSENCE" panose="02000000000000000000" pitchFamily="2" charset="0"/>
              </a:rPr>
              <a:t>Tu sei il Re dei Re e</a:t>
            </a:r>
          </a:p>
          <a:p>
            <a:pPr marL="0" indent="0" algn="ctr">
              <a:buNone/>
            </a:pPr>
            <a:r>
              <a:rPr lang="it-IT" sz="7200" dirty="0" smtClean="0">
                <a:latin typeface="AR ESSENCE" panose="02000000000000000000" pitchFamily="2" charset="0"/>
              </a:rPr>
              <a:t>voglio vivere per Te!</a:t>
            </a:r>
          </a:p>
        </p:txBody>
      </p:sp>
    </p:spTree>
    <p:extLst>
      <p:ext uri="{BB962C8B-B14F-4D97-AF65-F5344CB8AC3E}">
        <p14:creationId xmlns:p14="http://schemas.microsoft.com/office/powerpoint/2010/main" val="25733345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158</Words>
  <Application>Microsoft Office PowerPoint</Application>
  <PresentationFormat>Presentazione su schermo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PRINCIPE DI PACE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PRINCIPE DI PACE</dc:title>
  <dc:creator>GRUPPO MERATE</dc:creator>
  <cp:lastModifiedBy>GRUPPO MERATE</cp:lastModifiedBy>
  <cp:revision>3</cp:revision>
  <dcterms:created xsi:type="dcterms:W3CDTF">2016-01-23T14:34:52Z</dcterms:created>
  <dcterms:modified xsi:type="dcterms:W3CDTF">2016-01-23T14:56:29Z</dcterms:modified>
</cp:coreProperties>
</file>