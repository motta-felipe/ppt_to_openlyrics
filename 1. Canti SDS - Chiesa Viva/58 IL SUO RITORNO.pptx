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  <a:srgbClr val="66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728" autoAdjust="0"/>
  </p:normalViewPr>
  <p:slideViewPr>
    <p:cSldViewPr>
      <p:cViewPr varScale="1">
        <p:scale>
          <a:sx n="70" d="100"/>
          <a:sy n="70" d="100"/>
        </p:scale>
        <p:origin x="-51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30/04/2013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30/04/2013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30/04/2013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30/04/2013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30/04/2013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30/04/2013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30/04/2013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30/04/2013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30/04/2013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30/04/2013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30/04/2013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66FF99"/>
            </a:gs>
            <a:gs pos="81000">
              <a:srgbClr val="FF9999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9D355-16BD-4E45-BD9A-5EA878CF7CBD}" type="datetimeFigureOut">
              <a:rPr lang="it-IT" smtClean="0"/>
              <a:t>30/04/2013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954759"/>
          </a:xfrm>
        </p:spPr>
        <p:txBody>
          <a:bodyPr>
            <a:normAutofit/>
          </a:bodyPr>
          <a:lstStyle/>
          <a:p>
            <a:r>
              <a:rPr lang="it-IT" sz="8800" b="1" i="1" dirty="0" smtClean="0">
                <a:latin typeface="Candara" pitchFamily="34" charset="0"/>
              </a:rPr>
              <a:t>IL SUO RITORNO</a:t>
            </a:r>
            <a:endParaRPr lang="it-IT" sz="8800" b="1" i="1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674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4000" b="1" i="1" dirty="0" smtClean="0">
                <a:latin typeface="Candara" pitchFamily="34" charset="0"/>
              </a:rPr>
              <a:t>VOGLIO ESSERE PRONTO QUEL GIORNO</a:t>
            </a:r>
          </a:p>
          <a:p>
            <a:pPr marL="0" indent="0" algn="ctr">
              <a:buNone/>
            </a:pPr>
            <a:r>
              <a:rPr lang="it-IT" sz="4000" b="1" i="1" dirty="0" smtClean="0">
                <a:latin typeface="Candara" pitchFamily="34" charset="0"/>
              </a:rPr>
              <a:t>QUANDO LO VEDRO’ TORNARE</a:t>
            </a:r>
          </a:p>
          <a:p>
            <a:pPr marL="0" indent="0" algn="ctr">
              <a:buNone/>
            </a:pPr>
            <a:r>
              <a:rPr lang="it-IT" sz="4000" b="1" i="1" dirty="0" smtClean="0">
                <a:latin typeface="Candara" pitchFamily="34" charset="0"/>
              </a:rPr>
              <a:t>PER PORTARMI VIA.</a:t>
            </a:r>
          </a:p>
          <a:p>
            <a:pPr marL="0" indent="0" algn="ctr">
              <a:buNone/>
            </a:pPr>
            <a:r>
              <a:rPr lang="it-IT" sz="4000" b="1" i="1" dirty="0" smtClean="0">
                <a:latin typeface="Candara" pitchFamily="34" charset="0"/>
              </a:rPr>
              <a:t>SOPRA UNA BIANCA NUVOLA</a:t>
            </a:r>
          </a:p>
          <a:p>
            <a:pPr marL="0" indent="0" algn="ctr">
              <a:buNone/>
            </a:pPr>
            <a:r>
              <a:rPr lang="it-IT" sz="4000" b="1" i="1" dirty="0" smtClean="0">
                <a:latin typeface="Candara" pitchFamily="34" charset="0"/>
              </a:rPr>
              <a:t>SCENDERA’ GESU’ DAL CIELO</a:t>
            </a:r>
          </a:p>
          <a:p>
            <a:pPr marL="0" indent="0" algn="ctr">
              <a:buNone/>
            </a:pPr>
            <a:r>
              <a:rPr lang="it-IT" sz="4000" b="1" i="1" dirty="0" smtClean="0">
                <a:latin typeface="Candara" pitchFamily="34" charset="0"/>
              </a:rPr>
              <a:t>INSIEME AGLI ANGELI</a:t>
            </a:r>
            <a:endParaRPr lang="it-IT" sz="4000" b="1" i="1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268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23528" y="476672"/>
            <a:ext cx="8363272" cy="564949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3700" b="1" i="1" dirty="0" smtClean="0">
                <a:latin typeface="Candara" pitchFamily="34" charset="0"/>
              </a:rPr>
              <a:t>E IN UN BATTITO DI CIGLIO ME NE ANDRO’</a:t>
            </a:r>
          </a:p>
          <a:p>
            <a:pPr marL="0" indent="0" algn="ctr">
              <a:buNone/>
            </a:pPr>
            <a:r>
              <a:rPr lang="it-IT" sz="3700" b="1" i="1" dirty="0" smtClean="0">
                <a:latin typeface="Candara" pitchFamily="34" charset="0"/>
              </a:rPr>
              <a:t>LASCERO’ OGNI COSA E LO VEDRO’</a:t>
            </a:r>
          </a:p>
          <a:p>
            <a:pPr marL="0" indent="0" algn="ctr">
              <a:buNone/>
            </a:pPr>
            <a:r>
              <a:rPr lang="it-IT" sz="3700" b="1" i="1" dirty="0" smtClean="0">
                <a:latin typeface="Candara" pitchFamily="34" charset="0"/>
              </a:rPr>
              <a:t>FACCIA A FACCIA COM’E’,</a:t>
            </a:r>
          </a:p>
          <a:p>
            <a:pPr marL="0" indent="0" algn="ctr">
              <a:buNone/>
            </a:pPr>
            <a:r>
              <a:rPr lang="it-IT" sz="3700" b="1" i="1" dirty="0" smtClean="0">
                <a:latin typeface="Candara" pitchFamily="34" charset="0"/>
              </a:rPr>
              <a:t>FACCIA A FACCIA COM’E’</a:t>
            </a:r>
          </a:p>
          <a:p>
            <a:pPr marL="0" indent="0" algn="ctr">
              <a:buNone/>
            </a:pPr>
            <a:r>
              <a:rPr lang="it-IT" sz="3700" b="1" i="1" dirty="0" smtClean="0">
                <a:latin typeface="Candara" pitchFamily="34" charset="0"/>
              </a:rPr>
              <a:t>E LO ADORERO’, AI SUOI PIEDI IO CADRO’</a:t>
            </a:r>
          </a:p>
          <a:p>
            <a:pPr marL="0" indent="0" algn="ctr">
              <a:buNone/>
            </a:pPr>
            <a:r>
              <a:rPr lang="it-IT" sz="3700" b="1" i="1" dirty="0" smtClean="0">
                <a:latin typeface="Candara" pitchFamily="34" charset="0"/>
              </a:rPr>
              <a:t>VORRO’ AMMIRARE SOLO IL SUO SPLENDORE</a:t>
            </a:r>
          </a:p>
          <a:p>
            <a:pPr marL="0" indent="0" algn="ctr">
              <a:buNone/>
            </a:pPr>
            <a:r>
              <a:rPr lang="it-IT" sz="3700" b="1" i="1" dirty="0" smtClean="0">
                <a:latin typeface="Candara" pitchFamily="34" charset="0"/>
              </a:rPr>
              <a:t>PER L’ETERNITA’.</a:t>
            </a:r>
            <a:endParaRPr lang="it-IT" sz="3700" b="1" i="1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671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400" b="1" i="1" dirty="0" smtClean="0">
                <a:latin typeface="Candara" pitchFamily="34" charset="0"/>
              </a:rPr>
              <a:t>VOGLIO ESSERE PRONTO QUEL GIORNO</a:t>
            </a:r>
          </a:p>
          <a:p>
            <a:pPr marL="0" indent="0" algn="ctr">
              <a:buNone/>
            </a:pPr>
            <a:r>
              <a:rPr lang="it-IT" sz="4400" b="1" i="1" dirty="0" smtClean="0">
                <a:latin typeface="Candara" pitchFamily="34" charset="0"/>
              </a:rPr>
              <a:t>QUANDO BUSSERA’ ALLA PORTA </a:t>
            </a:r>
          </a:p>
          <a:p>
            <a:pPr marL="0" indent="0" algn="ctr">
              <a:buNone/>
            </a:pPr>
            <a:r>
              <a:rPr lang="it-IT" sz="4400" b="1" i="1" dirty="0" smtClean="0">
                <a:latin typeface="Candara" pitchFamily="34" charset="0"/>
              </a:rPr>
              <a:t>IL MIO GESU’.</a:t>
            </a:r>
          </a:p>
          <a:p>
            <a:pPr marL="0" indent="0" algn="ctr">
              <a:buNone/>
            </a:pPr>
            <a:r>
              <a:rPr lang="it-IT" sz="4400" b="1" i="1" dirty="0" smtClean="0">
                <a:latin typeface="Candara" pitchFamily="34" charset="0"/>
              </a:rPr>
              <a:t>L’OLIO SARA’ NELLA MIA LAMPADA</a:t>
            </a:r>
          </a:p>
          <a:p>
            <a:pPr marL="0" indent="0" algn="ctr">
              <a:buNone/>
            </a:pPr>
            <a:r>
              <a:rPr lang="it-IT" sz="4400" b="1" i="1" dirty="0" smtClean="0">
                <a:latin typeface="Candara" pitchFamily="34" charset="0"/>
              </a:rPr>
              <a:t>E UNA VESTE BIANCA E PURA </a:t>
            </a:r>
          </a:p>
          <a:p>
            <a:pPr marL="0" indent="0" algn="ctr">
              <a:buNone/>
            </a:pPr>
            <a:r>
              <a:rPr lang="it-IT" sz="4400" b="1" i="1" dirty="0" smtClean="0">
                <a:latin typeface="Candara" pitchFamily="34" charset="0"/>
              </a:rPr>
              <a:t>PER LUI AVRO’.</a:t>
            </a:r>
            <a:endParaRPr lang="it-IT" sz="4400" b="1" i="1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283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188640"/>
            <a:ext cx="8219256" cy="5433467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it-IT" sz="3700" b="1" i="1" dirty="0">
                <a:solidFill>
                  <a:prstClr val="black"/>
                </a:solidFill>
                <a:latin typeface="Candara" pitchFamily="34" charset="0"/>
              </a:rPr>
              <a:t>E IN UN BATTITO DI CIGLIO ME NE ANDRO’</a:t>
            </a:r>
          </a:p>
          <a:p>
            <a:pPr marL="0" lvl="0" indent="0" algn="ctr">
              <a:buNone/>
            </a:pPr>
            <a:r>
              <a:rPr lang="it-IT" sz="3700" b="1" i="1" dirty="0">
                <a:solidFill>
                  <a:prstClr val="black"/>
                </a:solidFill>
                <a:latin typeface="Candara" pitchFamily="34" charset="0"/>
              </a:rPr>
              <a:t>LASCERO’ OGNI COSA E LO VEDRO’</a:t>
            </a:r>
          </a:p>
          <a:p>
            <a:pPr marL="0" lvl="0" indent="0" algn="ctr">
              <a:buNone/>
            </a:pPr>
            <a:r>
              <a:rPr lang="it-IT" sz="3700" b="1" i="1" dirty="0">
                <a:solidFill>
                  <a:prstClr val="black"/>
                </a:solidFill>
                <a:latin typeface="Candara" pitchFamily="34" charset="0"/>
              </a:rPr>
              <a:t>FACCIA A FACCIA COM’E’,</a:t>
            </a:r>
          </a:p>
          <a:p>
            <a:pPr marL="0" lvl="0" indent="0" algn="ctr">
              <a:buNone/>
            </a:pPr>
            <a:r>
              <a:rPr lang="it-IT" sz="3700" b="1" i="1" dirty="0">
                <a:solidFill>
                  <a:prstClr val="black"/>
                </a:solidFill>
                <a:latin typeface="Candara" pitchFamily="34" charset="0"/>
              </a:rPr>
              <a:t>FACCIA A FACCIA COM’E’</a:t>
            </a:r>
          </a:p>
          <a:p>
            <a:pPr marL="0" lvl="0" indent="0" algn="ctr">
              <a:buNone/>
            </a:pPr>
            <a:r>
              <a:rPr lang="it-IT" sz="3700" b="1" i="1" dirty="0">
                <a:solidFill>
                  <a:prstClr val="black"/>
                </a:solidFill>
                <a:latin typeface="Candara" pitchFamily="34" charset="0"/>
              </a:rPr>
              <a:t>E LO ADORERO’, AI SUOI PIEDI IO CADRO’</a:t>
            </a:r>
          </a:p>
          <a:p>
            <a:pPr marL="0" lvl="0" indent="0" algn="ctr">
              <a:buNone/>
            </a:pPr>
            <a:r>
              <a:rPr lang="it-IT" sz="3700" b="1" i="1" dirty="0">
                <a:solidFill>
                  <a:prstClr val="black"/>
                </a:solidFill>
                <a:latin typeface="Candara" pitchFamily="34" charset="0"/>
              </a:rPr>
              <a:t>VORRO’ AMMIRARE SOLO IL SUO SPLENDORE</a:t>
            </a:r>
          </a:p>
          <a:p>
            <a:pPr marL="0" lvl="0" indent="0" algn="ctr">
              <a:buNone/>
            </a:pPr>
            <a:r>
              <a:rPr lang="it-IT" sz="3700" b="1" i="1" dirty="0">
                <a:solidFill>
                  <a:prstClr val="black"/>
                </a:solidFill>
                <a:latin typeface="Candara" pitchFamily="34" charset="0"/>
              </a:rPr>
              <a:t>PER L’ETERNITA’.</a:t>
            </a:r>
          </a:p>
          <a:p>
            <a:pPr algn="ctr"/>
            <a:endParaRPr lang="it-IT" sz="3700" b="1" i="1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98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404664"/>
            <a:ext cx="8291264" cy="57214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8800" b="1" i="1" dirty="0" smtClean="0">
                <a:latin typeface="Candara" pitchFamily="34" charset="0"/>
              </a:rPr>
              <a:t>LO VEDRO’</a:t>
            </a:r>
          </a:p>
          <a:p>
            <a:pPr marL="0" indent="0" algn="ctr">
              <a:buNone/>
            </a:pPr>
            <a:r>
              <a:rPr lang="it-IT" sz="8800" b="1" i="1" dirty="0" smtClean="0">
                <a:latin typeface="Candara" pitchFamily="34" charset="0"/>
              </a:rPr>
              <a:t>SI, LO VEDRO’.</a:t>
            </a:r>
            <a:endParaRPr lang="it-IT" sz="8800" b="1" i="1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797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164</Words>
  <Application>Microsoft Office PowerPoint</Application>
  <PresentationFormat>Presentazione su schermo (4:3)</PresentationFormat>
  <Paragraphs>29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7" baseType="lpstr">
      <vt:lpstr>Tema di Office</vt:lpstr>
      <vt:lpstr>IL SUO RITORNO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cp:lastModifiedBy>Gruppo Merate-Olgiat</cp:lastModifiedBy>
  <cp:revision>2</cp:revision>
  <dcterms:modified xsi:type="dcterms:W3CDTF">2013-05-01T09:41:51Z</dcterms:modified>
</cp:coreProperties>
</file>