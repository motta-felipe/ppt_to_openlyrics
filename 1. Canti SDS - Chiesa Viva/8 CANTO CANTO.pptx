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it-IT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 altLang="it-IT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gli stili del testo dello schema</a:t>
            </a:r>
          </a:p>
          <a:p>
            <a:pPr lvl="1"/>
            <a:r>
              <a:rPr lang="it-IT" altLang="it-IT" smtClean="0"/>
              <a:t>Secondo livello</a:t>
            </a:r>
          </a:p>
          <a:p>
            <a:pPr lvl="2"/>
            <a:r>
              <a:rPr lang="it-IT" altLang="it-IT" smtClean="0"/>
              <a:t>Terzo livello</a:t>
            </a:r>
          </a:p>
          <a:p>
            <a:pPr lvl="3"/>
            <a:r>
              <a:rPr lang="it-IT" altLang="it-IT" smtClean="0"/>
              <a:t>Quarto livello</a:t>
            </a:r>
          </a:p>
          <a:p>
            <a:pPr lvl="4"/>
            <a:r>
              <a:rPr lang="it-IT" altLang="it-IT" smtClean="0"/>
              <a:t>Quinto livello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it-IT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06BB80-CB14-4B7D-99AE-472DB9ABCCA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129344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D1D76-1353-4C9E-934D-1D6BDF80D7C5}" type="slidenum">
              <a:rPr lang="it-IT" altLang="it-IT"/>
              <a:pPr/>
              <a:t>1</a:t>
            </a:fld>
            <a:endParaRPr lang="it-IT" altLang="it-IT"/>
          </a:p>
        </p:txBody>
      </p:sp>
      <p:sp>
        <p:nvSpPr>
          <p:cNvPr id="51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A81AF9-0913-45BD-8736-3424E9A1353E}" type="slidenum">
              <a:rPr lang="it-IT" altLang="it-IT"/>
              <a:pPr/>
              <a:t>2</a:t>
            </a:fld>
            <a:endParaRPr lang="it-IT" altLang="it-IT"/>
          </a:p>
        </p:txBody>
      </p:sp>
      <p:sp>
        <p:nvSpPr>
          <p:cNvPr id="71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1BC992-3836-40BC-B28A-84AF8A5113C2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92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DB57F3-CA3D-4A40-991A-EC9C182858AA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9375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E07C9-93A0-4FEC-B94A-4A7E427AD094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6670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8A88D-689F-4495-BA5E-9A0D75215EDA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3397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716FDB-D4EA-4F01-A0A2-E7B5B59EA2B6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9374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0A85D9-3F87-4B8B-8953-B0577B0A878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244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E231F-E9AE-4D3E-92AD-E94D76A31E36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3399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823DC3-C6D3-4FFB-93B3-535060C4EAE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0201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33D3E-B2DD-4D97-963A-21CFE16AB63D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0240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9B8BC2-891A-411C-8ACD-BF724AE24A8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1648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8A4BF-3F0F-40E3-8AAA-BEEC4498BC1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609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FF6F8-C089-45CE-8065-7C3995E6498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4060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gli stili del testo dello schema</a:t>
            </a:r>
          </a:p>
          <a:p>
            <a:pPr lvl="1"/>
            <a:r>
              <a:rPr lang="it-IT" altLang="it-IT" smtClean="0"/>
              <a:t>Secondo livello</a:t>
            </a:r>
          </a:p>
          <a:p>
            <a:pPr lvl="2"/>
            <a:r>
              <a:rPr lang="it-IT" altLang="it-IT" smtClean="0"/>
              <a:t>Terzo livello</a:t>
            </a:r>
          </a:p>
          <a:p>
            <a:pPr lvl="3"/>
            <a:r>
              <a:rPr lang="it-IT" altLang="it-IT" smtClean="0"/>
              <a:t>Quarto livello</a:t>
            </a:r>
          </a:p>
          <a:p>
            <a:pPr lvl="4"/>
            <a:r>
              <a:rPr lang="it-IT" altLang="it-IT" smtClean="0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it-IT" alt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it-IT" alt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9C4305-54CD-497E-B3B9-12E45CCA5C7C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50022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rgbClr val="FF3300"/>
                </a:solidFill>
              </a:rPr>
              <a:t>CANTO CANTO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b="1"/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/>
              <a:t>Canto, canto con la gioia nel cuor,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3600" b="1">
                <a:latin typeface="Arial Narrow" pitchFamily="34" charset="0"/>
              </a:rPr>
              <a:t>Grido, grido che appartengo al Signor,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/>
              <a:t>Vivo, vivo per servirlo quaggiù.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b="1"/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rgbClr val="FF3300"/>
                </a:solidFill>
              </a:rPr>
              <a:t>	Io guarderò soltanto Lui,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rgbClr val="FF3300"/>
                </a:solidFill>
              </a:rPr>
              <a:t>	perché in Lui la vita ho,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rgbClr val="FF3300"/>
                </a:solidFill>
              </a:rPr>
              <a:t>	ed è in Lui ch'io spererò,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rgbClr val="FF3300"/>
                </a:solidFill>
              </a:rPr>
              <a:t>	durante tutto il mio cammin.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sz="1000" b="1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it-IT" altLang="it-IT" sz="1800" b="1">
              <a:solidFill>
                <a:srgbClr val="FF3300"/>
              </a:solidFill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it-IT" altLang="it-IT" sz="1200" b="1">
              <a:solidFill>
                <a:srgbClr val="FF3300"/>
              </a:solidFill>
              <a:latin typeface="Eras Demi ITC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0"/>
            <a:ext cx="8893175" cy="50022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	</a:t>
            </a:r>
            <a:endParaRPr lang="it-IT" altLang="it-IT" sz="600" b="1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3600" b="1"/>
              <a:t>Quando, quando io riguardo al Signor,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3600" b="1"/>
              <a:t>Sento, sento la sua voce d'amor,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3600" b="1"/>
              <a:t>Trovo, trovo nuova forza e vigor. 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sz="3600" b="1"/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b="1">
                <a:solidFill>
                  <a:schemeClr val="bg1"/>
                </a:solidFill>
              </a:rPr>
              <a:t>	</a:t>
            </a:r>
            <a:r>
              <a:rPr lang="it-IT" altLang="it-IT" sz="4000" b="1">
                <a:solidFill>
                  <a:srgbClr val="FF3300"/>
                </a:solidFill>
              </a:rPr>
              <a:t>Io guarderò soltanto Lui,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perché in Lui la vita ho,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ed è in Lui ch'io spererò,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durante tutto il mio cammin.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sz="2400" b="1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it-IT" altLang="it-IT" sz="700" b="1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it-IT" altLang="it-IT" sz="1800" b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it-IT" altLang="it-IT" sz="1200" b="1">
              <a:latin typeface="Eras Demi ITC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0"/>
            <a:ext cx="8820150" cy="63817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it-IT" altLang="it-IT" sz="2400" b="1"/>
          </a:p>
          <a:p>
            <a:pPr>
              <a:lnSpc>
                <a:spcPct val="90000"/>
              </a:lnSpc>
              <a:buFontTx/>
              <a:buNone/>
            </a:pPr>
            <a:endParaRPr lang="it-IT" altLang="it-IT" sz="900" b="1"/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/>
              <a:t>Penso, penso alla patria nel ciel,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/>
              <a:t>Dove, dove ha dimora il Signor,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/>
              <a:t>Bramo, bramo che mi porti con se.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Io guarderò soltanto Lui,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perché in Lui la vita ho,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ed è in Lui ch'io spererò,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it-IT" altLang="it-IT" sz="4000" b="1">
                <a:solidFill>
                  <a:srgbClr val="FF3300"/>
                </a:solidFill>
              </a:rPr>
              <a:t>	durante tutto il mio cammin. </a:t>
            </a:r>
            <a:r>
              <a:rPr lang="it-IT" altLang="it-IT" sz="4000" b="1"/>
              <a:t>fine</a:t>
            </a:r>
          </a:p>
          <a:p>
            <a:pPr>
              <a:lnSpc>
                <a:spcPct val="90000"/>
              </a:lnSpc>
              <a:buFontTx/>
              <a:buNone/>
            </a:pPr>
            <a:endParaRPr lang="it-IT" altLang="it-IT" sz="4000" b="1">
              <a:solidFill>
                <a:srgbClr val="FF3300"/>
              </a:solidFill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it-IT" altLang="it-IT" sz="1600" b="1">
              <a:latin typeface="Eras Demi ITC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Presentazione su schermo (4:3)</PresentationFormat>
  <Paragraphs>35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Arial Narrow</vt:lpstr>
      <vt:lpstr>Eras Demi ITC</vt:lpstr>
      <vt:lpstr>Struttura predefinita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Daniele</dc:creator>
  <cp:lastModifiedBy>GRUPPO MERATE</cp:lastModifiedBy>
  <cp:revision>3</cp:revision>
  <dcterms:created xsi:type="dcterms:W3CDTF">2006-08-11T20:03:15Z</dcterms:created>
  <dcterms:modified xsi:type="dcterms:W3CDTF">2014-11-22T08:14:32Z</dcterms:modified>
</cp:coreProperties>
</file>