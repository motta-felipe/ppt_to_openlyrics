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sldIdLst>
    <p:sldId id="258" r:id="rId2"/>
    <p:sldId id="264" r:id="rId3"/>
    <p:sldId id="265" r:id="rId4"/>
    <p:sldId id="266" r:id="rId5"/>
    <p:sldId id="26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2EB4F-3E37-41FF-83C8-C3F7FD0C2FBD}" v="7" dt="2020-05-16T09:37:43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43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- Ofmer Srl" userId="dcf0823e-aec4-4903-922b-98130286a19e" providerId="ADAL" clId="{5462EB4F-3E37-41FF-83C8-C3F7FD0C2FBD}"/>
    <pc:docChg chg="modSld">
      <pc:chgData name="Paolo - Ofmer Srl" userId="dcf0823e-aec4-4903-922b-98130286a19e" providerId="ADAL" clId="{5462EB4F-3E37-41FF-83C8-C3F7FD0C2FBD}" dt="2020-05-16T09:37:43.197" v="6"/>
      <pc:docMkLst>
        <pc:docMk/>
      </pc:docMkLst>
      <pc:sldChg chg="addSp modSp">
        <pc:chgData name="Paolo - Ofmer Srl" userId="dcf0823e-aec4-4903-922b-98130286a19e" providerId="ADAL" clId="{5462EB4F-3E37-41FF-83C8-C3F7FD0C2FBD}" dt="2020-05-16T09:37:31.885" v="0"/>
        <pc:sldMkLst>
          <pc:docMk/>
          <pc:sldMk cId="1465871374" sldId="258"/>
        </pc:sldMkLst>
        <pc:spChg chg="add mod">
          <ac:chgData name="Paolo - Ofmer Srl" userId="dcf0823e-aec4-4903-922b-98130286a19e" providerId="ADAL" clId="{5462EB4F-3E37-41FF-83C8-C3F7FD0C2FBD}" dt="2020-05-16T09:37:31.885" v="0"/>
          <ac:spMkLst>
            <pc:docMk/>
            <pc:sldMk cId="1465871374" sldId="258"/>
            <ac:spMk id="7" creationId="{B5B6950A-A20C-4F72-A0C3-5894B8774922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4.685" v="1"/>
        <pc:sldMkLst>
          <pc:docMk/>
          <pc:sldMk cId="4020683075" sldId="264"/>
        </pc:sldMkLst>
        <pc:spChg chg="add mod">
          <ac:chgData name="Paolo - Ofmer Srl" userId="dcf0823e-aec4-4903-922b-98130286a19e" providerId="ADAL" clId="{5462EB4F-3E37-41FF-83C8-C3F7FD0C2FBD}" dt="2020-05-16T09:37:34.685" v="1"/>
          <ac:spMkLst>
            <pc:docMk/>
            <pc:sldMk cId="4020683075" sldId="264"/>
            <ac:spMk id="7" creationId="{0351099D-D286-4B80-BC91-FDE976B9666A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7.223" v="3"/>
        <pc:sldMkLst>
          <pc:docMk/>
          <pc:sldMk cId="1335583838" sldId="265"/>
        </pc:sldMkLst>
        <pc:spChg chg="add mod">
          <ac:chgData name="Paolo - Ofmer Srl" userId="dcf0823e-aec4-4903-922b-98130286a19e" providerId="ADAL" clId="{5462EB4F-3E37-41FF-83C8-C3F7FD0C2FBD}" dt="2020-05-16T09:37:37.223" v="3"/>
          <ac:spMkLst>
            <pc:docMk/>
            <pc:sldMk cId="1335583838" sldId="265"/>
            <ac:spMk id="7" creationId="{4FCCF961-DD95-4BDE-9273-291A62B14D15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6.109" v="2"/>
        <pc:sldMkLst>
          <pc:docMk/>
          <pc:sldMk cId="2126963183" sldId="266"/>
        </pc:sldMkLst>
        <pc:spChg chg="add mod">
          <ac:chgData name="Paolo - Ofmer Srl" userId="dcf0823e-aec4-4903-922b-98130286a19e" providerId="ADAL" clId="{5462EB4F-3E37-41FF-83C8-C3F7FD0C2FBD}" dt="2020-05-16T09:37:36.109" v="2"/>
          <ac:spMkLst>
            <pc:docMk/>
            <pc:sldMk cId="2126963183" sldId="266"/>
            <ac:spMk id="7" creationId="{06360B00-5849-46A5-A4AD-2A5617134A42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41.111" v="5"/>
        <pc:sldMkLst>
          <pc:docMk/>
          <pc:sldMk cId="1991669889" sldId="268"/>
        </pc:sldMkLst>
        <pc:spChg chg="add mod">
          <ac:chgData name="Paolo - Ofmer Srl" userId="dcf0823e-aec4-4903-922b-98130286a19e" providerId="ADAL" clId="{5462EB4F-3E37-41FF-83C8-C3F7FD0C2FBD}" dt="2020-05-16T09:37:41.111" v="5"/>
          <ac:spMkLst>
            <pc:docMk/>
            <pc:sldMk cId="1991669889" sldId="268"/>
            <ac:spMk id="7" creationId="{59046469-A8E1-46AA-9487-FB0D75FF1055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9.126" v="4"/>
        <pc:sldMkLst>
          <pc:docMk/>
          <pc:sldMk cId="100891301" sldId="269"/>
        </pc:sldMkLst>
        <pc:spChg chg="add mod">
          <ac:chgData name="Paolo - Ofmer Srl" userId="dcf0823e-aec4-4903-922b-98130286a19e" providerId="ADAL" clId="{5462EB4F-3E37-41FF-83C8-C3F7FD0C2FBD}" dt="2020-05-16T09:37:39.126" v="4"/>
          <ac:spMkLst>
            <pc:docMk/>
            <pc:sldMk cId="100891301" sldId="269"/>
            <ac:spMk id="7" creationId="{E74C0457-4B00-4684-AB04-46BE3FCEB3F4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43.197" v="6"/>
        <pc:sldMkLst>
          <pc:docMk/>
          <pc:sldMk cId="1851115422" sldId="270"/>
        </pc:sldMkLst>
        <pc:spChg chg="add mod">
          <ac:chgData name="Paolo - Ofmer Srl" userId="dcf0823e-aec4-4903-922b-98130286a19e" providerId="ADAL" clId="{5462EB4F-3E37-41FF-83C8-C3F7FD0C2FBD}" dt="2020-05-16T09:37:43.197" v="6"/>
          <ac:spMkLst>
            <pc:docMk/>
            <pc:sldMk cId="1851115422" sldId="270"/>
            <ac:spMk id="7" creationId="{E20430B5-E116-4372-9CFD-FC3A2AD7C35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135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76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675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7304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068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348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08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183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415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9985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32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8772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4427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4512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057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9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C7E10-010D-450C-A9FA-2A8D7EF66273}" type="datetimeFigureOut">
              <a:rPr lang="it-IT" smtClean="0"/>
              <a:t>10/04/2021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027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180445" y="102805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549 - Tu sei la mia 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1718971" y="2828835"/>
            <a:ext cx="10319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it-IT" sz="72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sei la mia vita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7581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5B6950A-A20C-4F72-A0C3-5894B8774922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  <p:pic>
        <p:nvPicPr>
          <p:cNvPr id="2" name="549 - Tu sei la mia vita (Symbolum)">
            <a:hlinkClick r:id="" action="ppaction://media"/>
            <a:extLst>
              <a:ext uri="{FF2B5EF4-FFF2-40B4-BE49-F238E27FC236}">
                <a16:creationId xmlns:a16="http://schemas.microsoft.com/office/drawing/2014/main" id="{8774FBD8-4611-4F9F-A31E-FAF49717B9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61475" y="106045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7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549 - Tu sei la mia 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141643" y="1348337"/>
            <a:ext cx="100503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 sei la mia vita, altro io non ho.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sei la mia strada, la mia verità.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Nella Tua parola io camminerò,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finché avrò respiro fino a quando Tu vorrai.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avrò paura sai se Tu sei con me.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 Ti prego resta con me.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1°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51099D-D286-4B80-BC91-FDE976B9666A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402068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549 - Tu sei la mia 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141643" y="1348337"/>
            <a:ext cx="100503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Credo in te, Signore, nato da Maria;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Figlio Eterno e Santo, uomo come noi.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Morto per amore, vivo in mezzo a noi,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 cosa sola con il Padre e tutti noi;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fino a quando, io lo so, Tu ritornerai,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aprirci il regno di Dio.  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2°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51099D-D286-4B80-BC91-FDE976B9666A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76008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549 - Tu sei la mia 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141643" y="1348337"/>
            <a:ext cx="100503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 sei la mia forza, altro io non ho.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sei la mia pace, la mia libertà.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Niente, nella vita, ci separerà;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che la tua mano forte non mi lascerà.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che da ogni male, Tu, mi libererai,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nel tuo perdono vivrò.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3°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51099D-D286-4B80-BC91-FDE976B9666A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68605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549 - Tu sei la mia 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141643" y="1348337"/>
            <a:ext cx="100503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Padre della vita, noi crediamo in Te.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Figlio Salvatore, noi speriamo in Te.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Spirito d’Amore vieni in mezzo a noi;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da mille strade ci raduni in unità,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per mille strade, poi, dove Tu vorrai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 saremo i figli di Dio.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4°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51099D-D286-4B80-BC91-FDE976B9666A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409324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</TotalTime>
  <Words>288</Words>
  <Application>Microsoft Office PowerPoint</Application>
  <PresentationFormat>Widescreen</PresentationFormat>
  <Paragraphs>39</Paragraphs>
  <Slides>5</Slides>
  <Notes>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Times New Roman</vt:lpstr>
      <vt:lpstr>Wingdings 3</vt:lpstr>
      <vt:lpstr>Filo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Paolo - Ofmer Srl</dc:creator>
  <cp:lastModifiedBy>Gruppo Olgiate Merate</cp:lastModifiedBy>
  <cp:revision>29</cp:revision>
  <dcterms:created xsi:type="dcterms:W3CDTF">2019-09-14T21:39:23Z</dcterms:created>
  <dcterms:modified xsi:type="dcterms:W3CDTF">2021-04-10T14:46:55Z</dcterms:modified>
</cp:coreProperties>
</file>