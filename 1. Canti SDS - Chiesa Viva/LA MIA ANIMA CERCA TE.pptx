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0280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4635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929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497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90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48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235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62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7061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360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5383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0640A-E0E6-4CBE-9E8C-61823819C5ED}" type="datetimeFigureOut">
              <a:rPr lang="it-IT" smtClean="0"/>
              <a:t>28/07/2017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8DFEF-65DD-43F8-8AA6-39150A2E00D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09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58505" y="1691707"/>
            <a:ext cx="9144000" cy="2387600"/>
          </a:xfrm>
        </p:spPr>
        <p:txBody>
          <a:bodyPr>
            <a:normAutofit/>
          </a:bodyPr>
          <a:lstStyle/>
          <a:p>
            <a:r>
              <a:rPr lang="it-IT" sz="9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La mia anima cerca Te</a:t>
            </a:r>
            <a:endParaRPr lang="it-IT" sz="96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20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327801"/>
            <a:ext cx="10515600" cy="590091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La mia anima cerca te 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Signore come la cerva che</a:t>
            </a:r>
          </a:p>
          <a:p>
            <a:pPr marL="0" indent="0" algn="ctr">
              <a:buNone/>
            </a:pPr>
            <a:r>
              <a:rPr lang="it-IT" sz="80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</a:t>
            </a: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ssetata si appresta a bere 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L’acqua del torrente.</a:t>
            </a:r>
            <a:endParaRPr lang="it-IT" sz="80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914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0948" y="733245"/>
            <a:ext cx="10515600" cy="5814654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Solo te voglio adorar, 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t’amo più d’ogni cosa, o Dio. 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Sei il mio scudo, il mio rifugio, 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la mia forza è solo in te.</a:t>
            </a:r>
            <a:b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endParaRPr lang="it-IT" sz="80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066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64080" y="698739"/>
            <a:ext cx="10515600" cy="59009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Sei il più intimo dei miei amici,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Anche se Tu sei il mio re.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Tu per me vali più dell’oro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Vali più del mondo inter.</a:t>
            </a:r>
            <a:r>
              <a:rPr lang="it-IT" sz="4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/>
            </a:r>
            <a:br>
              <a:rPr lang="it-IT" sz="4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endParaRPr lang="it-IT" sz="44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480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0948" y="733245"/>
            <a:ext cx="10515600" cy="5814654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Solo te voglio adorar, 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t’amo più d’ogni cosa, o Dio. 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Sei il mio scudo, il mio rifugio, 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la mia forza è solo in te.</a:t>
            </a:r>
            <a:br>
              <a:rPr lang="it-IT" sz="8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endParaRPr lang="it-IT" sz="80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8813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Microsoft Himalaya</vt:lpstr>
      <vt:lpstr>Tema di Office</vt:lpstr>
      <vt:lpstr>La mia anima cerca Te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mia anima cerca Te</dc:title>
  <dc:creator>Paolo Giametta</dc:creator>
  <cp:lastModifiedBy>Paolo Giametta</cp:lastModifiedBy>
  <cp:revision>1</cp:revision>
  <dcterms:created xsi:type="dcterms:W3CDTF">2017-07-28T16:34:30Z</dcterms:created>
  <dcterms:modified xsi:type="dcterms:W3CDTF">2017-07-28T16:35:38Z</dcterms:modified>
</cp:coreProperties>
</file>