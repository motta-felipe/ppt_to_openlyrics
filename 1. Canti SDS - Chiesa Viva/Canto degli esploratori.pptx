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931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EEE5-374B-4C0E-B256-8ED316686E49}" type="datetimeFigureOut">
              <a:rPr lang="it-IT" smtClean="0"/>
              <a:t>13/06/2015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AD813-B560-4F6B-8E76-E584CD1343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791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EEE5-374B-4C0E-B256-8ED316686E49}" type="datetimeFigureOut">
              <a:rPr lang="it-IT" smtClean="0"/>
              <a:t>13/06/2015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AD813-B560-4F6B-8E76-E584CD1343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7649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EEE5-374B-4C0E-B256-8ED316686E49}" type="datetimeFigureOut">
              <a:rPr lang="it-IT" smtClean="0"/>
              <a:t>13/06/2015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AD813-B560-4F6B-8E76-E584CD1343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574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EEE5-374B-4C0E-B256-8ED316686E49}" type="datetimeFigureOut">
              <a:rPr lang="it-IT" smtClean="0"/>
              <a:t>13/06/2015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AD813-B560-4F6B-8E76-E584CD1343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373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EEE5-374B-4C0E-B256-8ED316686E49}" type="datetimeFigureOut">
              <a:rPr lang="it-IT" smtClean="0"/>
              <a:t>13/06/2015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AD813-B560-4F6B-8E76-E584CD1343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7160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EEE5-374B-4C0E-B256-8ED316686E49}" type="datetimeFigureOut">
              <a:rPr lang="it-IT" smtClean="0"/>
              <a:t>13/06/2015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AD813-B560-4F6B-8E76-E584CD1343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092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EEE5-374B-4C0E-B256-8ED316686E49}" type="datetimeFigureOut">
              <a:rPr lang="it-IT" smtClean="0"/>
              <a:t>13/06/2015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AD813-B560-4F6B-8E76-E584CD1343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414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EEE5-374B-4C0E-B256-8ED316686E49}" type="datetimeFigureOut">
              <a:rPr lang="it-IT" smtClean="0"/>
              <a:t>13/06/2015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AD813-B560-4F6B-8E76-E584CD1343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745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EEE5-374B-4C0E-B256-8ED316686E49}" type="datetimeFigureOut">
              <a:rPr lang="it-IT" smtClean="0"/>
              <a:t>13/06/2015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AD813-B560-4F6B-8E76-E584CD1343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1405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EEE5-374B-4C0E-B256-8ED316686E49}" type="datetimeFigureOut">
              <a:rPr lang="it-IT" smtClean="0"/>
              <a:t>13/06/2015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AD813-B560-4F6B-8E76-E584CD1343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395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EEE5-374B-4C0E-B256-8ED316686E49}" type="datetimeFigureOut">
              <a:rPr lang="it-IT" smtClean="0"/>
              <a:t>13/06/2015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AD813-B560-4F6B-8E76-E584CD1343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253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8000">
              <a:schemeClr val="accent6">
                <a:lumMod val="75000"/>
              </a:schemeClr>
            </a:gs>
            <a:gs pos="0">
              <a:srgbClr val="DDEBCF"/>
            </a:gs>
            <a:gs pos="25000">
              <a:srgbClr val="9CB86E"/>
            </a:gs>
            <a:gs pos="55000">
              <a:srgbClr val="156B13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CEEE5-374B-4C0E-B256-8ED316686E49}" type="datetimeFigureOut">
              <a:rPr lang="it-IT" smtClean="0"/>
              <a:t>13/06/2015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AD813-B560-4F6B-8E76-E584CD1343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35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11560" y="1556792"/>
            <a:ext cx="7772400" cy="1470025"/>
          </a:xfrm>
        </p:spPr>
        <p:txBody>
          <a:bodyPr>
            <a:noAutofit/>
          </a:bodyPr>
          <a:lstStyle/>
          <a:p>
            <a:r>
              <a:rPr lang="it-IT" sz="11500" b="1" dirty="0" smtClean="0">
                <a:latin typeface="Bradley Hand ITC" panose="03070402050302030203" pitchFamily="66" charset="0"/>
              </a:rPr>
              <a:t>Canto degli esploratori</a:t>
            </a:r>
            <a:endParaRPr lang="it-IT" sz="11500" b="1" dirty="0">
              <a:latin typeface="Bradley Hand ITC" panose="03070402050302030203" pitchFamily="66" charset="0"/>
            </a:endParaRPr>
          </a:p>
        </p:txBody>
      </p:sp>
      <p:pic>
        <p:nvPicPr>
          <p:cNvPr id="4" name="Picture 2" descr="http://aisa.altervista.org/images/pth_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071" y="4509120"/>
            <a:ext cx="2178114" cy="206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261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124744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/>
              <a:t>Esploratori noi siamo, con gioia il Signor </a:t>
            </a:r>
            <a:r>
              <a:rPr lang="it-IT" sz="6600" dirty="0" err="1" smtClean="0"/>
              <a:t>serviam</a:t>
            </a:r>
            <a:r>
              <a:rPr lang="it-IT" sz="6600" dirty="0" smtClean="0"/>
              <a:t> camminiamo in fedeltà con sicurezza e libertà.</a:t>
            </a:r>
            <a:endParaRPr lang="it-IT" sz="6600" dirty="0"/>
          </a:p>
        </p:txBody>
      </p:sp>
    </p:spTree>
    <p:extLst>
      <p:ext uri="{BB962C8B-B14F-4D97-AF65-F5344CB8AC3E}">
        <p14:creationId xmlns:p14="http://schemas.microsoft.com/office/powerpoint/2010/main" val="2434948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124744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/>
              <a:t>Al mondo noi dire vogliamo, parole di verità, Gesù il Salvator ritornerà, per me e per te.</a:t>
            </a:r>
            <a:endParaRPr lang="it-IT" sz="6600" dirty="0"/>
          </a:p>
        </p:txBody>
      </p:sp>
    </p:spTree>
    <p:extLst>
      <p:ext uri="{BB962C8B-B14F-4D97-AF65-F5344CB8AC3E}">
        <p14:creationId xmlns:p14="http://schemas.microsoft.com/office/powerpoint/2010/main" val="614411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124744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/>
              <a:t>Esploratori noi siamo, con gioia il Signor </a:t>
            </a:r>
            <a:r>
              <a:rPr lang="it-IT" sz="6600" dirty="0" err="1" smtClean="0"/>
              <a:t>serviam</a:t>
            </a:r>
            <a:r>
              <a:rPr lang="it-IT" sz="6600" dirty="0" smtClean="0"/>
              <a:t> camminiamo in fedeltà con sicurezza e libertà.</a:t>
            </a:r>
            <a:endParaRPr lang="it-IT" sz="6600" dirty="0"/>
          </a:p>
        </p:txBody>
      </p:sp>
    </p:spTree>
    <p:extLst>
      <p:ext uri="{BB962C8B-B14F-4D97-AF65-F5344CB8AC3E}">
        <p14:creationId xmlns:p14="http://schemas.microsoft.com/office/powerpoint/2010/main" val="2661851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124744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dirty="0" smtClean="0"/>
              <a:t>Al mondo noi dire vogliamo, parole di verità, Gesù il Salvator ritornerà, per me e per te.</a:t>
            </a:r>
            <a:endParaRPr lang="it-IT" sz="6600" dirty="0"/>
          </a:p>
        </p:txBody>
      </p:sp>
    </p:spTree>
    <p:extLst>
      <p:ext uri="{BB962C8B-B14F-4D97-AF65-F5344CB8AC3E}">
        <p14:creationId xmlns:p14="http://schemas.microsoft.com/office/powerpoint/2010/main" val="446927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35</TotalTime>
  <Words>79</Words>
  <Application>Microsoft Office PowerPoint</Application>
  <PresentationFormat>Presentazione su schermo (4:3)</PresentationFormat>
  <Paragraphs>5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Canto degli esploratori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Canto degli esploratori</dc:title>
  <dc:creator>GRUPPO MERATE</dc:creator>
  <cp:lastModifiedBy>GRUPPO MERATE</cp:lastModifiedBy>
  <cp:revision>4</cp:revision>
  <dcterms:created xsi:type="dcterms:W3CDTF">2015-06-13T13:27:32Z</dcterms:created>
  <dcterms:modified xsi:type="dcterms:W3CDTF">2015-06-13T14:02:50Z</dcterms:modified>
</cp:coreProperties>
</file>