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37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629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7841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9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5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799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523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363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066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058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663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rgbClr val="FFFF99"/>
            </a:gs>
            <a:gs pos="79000">
              <a:srgbClr val="99FF66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546E4-F546-4683-B486-894634333F90}" type="datetimeFigureOut">
              <a:rPr lang="it-IT" smtClean="0"/>
              <a:t>12/12/2014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269FA-8329-41C0-9A53-F48CF6EC957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841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it-IT" sz="8800" dirty="0" smtClean="0">
                <a:latin typeface="Aldhabi" panose="01000000000000000000" pitchFamily="2" charset="-78"/>
                <a:cs typeface="Aldhabi" panose="01000000000000000000" pitchFamily="2" charset="-78"/>
              </a:rPr>
              <a:t>IN QUEL GIORNO  PIEN DI LUCE</a:t>
            </a:r>
            <a:endParaRPr lang="it-IT" sz="88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2600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260648"/>
            <a:ext cx="829126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IN QUEL GIORNO PIEN DI LUCE VEDRO’ IL MIO SALVATOR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SULLE NUVOLE DEL CIELO APPARIR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CON GLI ANGELICI ALLELUIA, GLI OSANNA DEL MIO CUOR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IO VEDRO’ NEL SUO SPLENDORE IL SIGNOR.</a:t>
            </a:r>
          </a:p>
          <a:p>
            <a:pPr marL="0" indent="0" algn="ctr">
              <a:buNone/>
            </a:pPr>
            <a:endParaRPr lang="it-IT" sz="54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6952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OSANNA AL RE CHE SULLE NUVOLE  VERRA’</a:t>
            </a:r>
          </a:p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NEL SUO MANTO PIEN DI LUCE E SPLENDOR.</a:t>
            </a:r>
          </a:p>
          <a:p>
            <a:pPr marL="0" indent="0" algn="ctr">
              <a:buNone/>
            </a:pPr>
            <a:endParaRPr lang="it-IT" sz="80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5265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91264" cy="564949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IO TI PREGO, REDENTOR, DAMMI PACE </a:t>
            </a: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E </a:t>
            </a: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CARITA’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VOGLIO ESSERTI FEDELE, SIGNOR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INCONTRARTI NELLA GIOIA, VEDER LA TUA MAESTA’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PRENDI TUTTA LA MIA VITA E IL MIO CUOR.</a:t>
            </a:r>
          </a:p>
          <a:p>
            <a:pPr algn="ctr"/>
            <a:endParaRPr lang="it-IT" sz="54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5235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OSANNA AL RE CHE SULLE NUVOLE VERRA’</a:t>
            </a:r>
          </a:p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NEL SUO MANTO PIEN DI LUCE E SPLENDOR</a:t>
            </a:r>
          </a:p>
          <a:p>
            <a:pPr marL="0" indent="0" algn="ctr">
              <a:buNone/>
            </a:pPr>
            <a:endParaRPr lang="it-IT" sz="80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359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7544" y="332656"/>
            <a:ext cx="8229600" cy="557748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SU NEL CIELO COI REDENTI E CON TE MIO BUON GESU’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POTRO’ STARE PER TUA GRAZIA, SIGNOR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E LA VITA SARA’ PIENA E RICCA SEMPRE PIU’</a:t>
            </a:r>
          </a:p>
          <a:p>
            <a:pPr marL="0" indent="0" algn="ctr">
              <a:buNone/>
            </a:pPr>
            <a:r>
              <a:rPr lang="it-IT" sz="5400" dirty="0" smtClean="0">
                <a:latin typeface="Aldhabi" panose="01000000000000000000" pitchFamily="2" charset="-78"/>
                <a:cs typeface="Aldhabi" panose="01000000000000000000" pitchFamily="2" charset="-78"/>
              </a:rPr>
              <a:t>SARA’ COLMA E ILLUMINATA D’AMOR</a:t>
            </a:r>
            <a:endParaRPr lang="it-IT" sz="54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3409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OSANNA AL RE CHE SULLE NUVOLE VERRA’</a:t>
            </a:r>
          </a:p>
          <a:p>
            <a:pPr marL="0" indent="0" algn="ctr">
              <a:buNone/>
            </a:pPr>
            <a:r>
              <a:rPr lang="it-IT" sz="8000" dirty="0" smtClean="0">
                <a:latin typeface="Aldhabi" panose="01000000000000000000" pitchFamily="2" charset="-78"/>
                <a:cs typeface="Aldhabi" panose="01000000000000000000" pitchFamily="2" charset="-78"/>
              </a:rPr>
              <a:t>NEL SUO MANTO PIEN DI LUCE E SPLENDORE (BIS)</a:t>
            </a:r>
          </a:p>
          <a:p>
            <a:pPr algn="ctr"/>
            <a:endParaRPr lang="it-IT" sz="8000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77687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165</Words>
  <Application>Microsoft Office PowerPoint</Application>
  <PresentationFormat>Presentazione su schermo (4:3)</PresentationFormat>
  <Paragraphs>19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IN QUEL GIORNO  PIEN DI LUCE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Windows XP</dc:creator>
  <cp:lastModifiedBy>GRUPPO MERATE</cp:lastModifiedBy>
  <cp:revision>3</cp:revision>
  <dcterms:created xsi:type="dcterms:W3CDTF">2014-12-12T17:38:03Z</dcterms:created>
  <dcterms:modified xsi:type="dcterms:W3CDTF">2014-12-12T19:25:24Z</dcterms:modified>
</cp:coreProperties>
</file>