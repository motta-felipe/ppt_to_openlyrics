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33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763" autoAdjust="0"/>
  </p:normalViewPr>
  <p:slideViewPr>
    <p:cSldViewPr>
      <p:cViewPr varScale="1">
        <p:scale>
          <a:sx n="48" d="100"/>
          <a:sy n="48" d="100"/>
        </p:scale>
        <p:origin x="-58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289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134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72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215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427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299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460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457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404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836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0557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998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2C088-F1F6-4D81-9814-F6E7801E9BDD}" type="datetimeFigureOut">
              <a:rPr lang="it-IT" smtClean="0"/>
              <a:t>26/10/2012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56287-5D99-4243-8C9D-B997F51577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362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6858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r>
              <a:rPr lang="it-IT" sz="9600" b="1" dirty="0" smtClean="0">
                <a:solidFill>
                  <a:srgbClr val="990033"/>
                </a:solidFill>
                <a:latin typeface="Candara" pitchFamily="34" charset="0"/>
              </a:rPr>
              <a:t>L’UOMO DI GALILEA</a:t>
            </a:r>
            <a:endParaRPr lang="it-IT" sz="9600" b="1" dirty="0">
              <a:solidFill>
                <a:srgbClr val="990033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68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604"/>
            <a:ext cx="9144000" cy="6858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800" b="1" dirty="0" err="1" smtClean="0">
                <a:solidFill>
                  <a:srgbClr val="990033"/>
                </a:solidFill>
                <a:latin typeface="Candara" pitchFamily="34" charset="0"/>
              </a:rPr>
              <a:t>Rit</a:t>
            </a: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: La tua mano nella mano di </a:t>
            </a:r>
            <a:r>
              <a:rPr lang="it-IT" sz="4800" b="1" dirty="0">
                <a:solidFill>
                  <a:srgbClr val="990033"/>
                </a:solidFill>
                <a:latin typeface="Candara" pitchFamily="34" charset="0"/>
              </a:rPr>
              <a:t>C</a:t>
            </a: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olui che fermò le acque, 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la tua mano nella mano di colui che calmò il mar.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La tua vita sarà migliore se metterai,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La tua mano nella mano di quell’Uomo di Galilea.</a:t>
            </a:r>
            <a:endParaRPr lang="it-IT" sz="4800" b="1" dirty="0">
              <a:solidFill>
                <a:srgbClr val="990033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46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Se un istante nel profondo pensi al creato, 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Nella notte tu guardi gli astri che </a:t>
            </a:r>
            <a:r>
              <a:rPr lang="it-IT" sz="4800" b="1" dirty="0" err="1" smtClean="0">
                <a:solidFill>
                  <a:srgbClr val="990033"/>
                </a:solidFill>
                <a:latin typeface="Candara" pitchFamily="34" charset="0"/>
              </a:rPr>
              <a:t>stan</a:t>
            </a: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 lassù, 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Come un palpito sentirai la sua Presenza,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La sua Immensa mano, la tua accoglierà.</a:t>
            </a:r>
          </a:p>
        </p:txBody>
      </p:sp>
    </p:spTree>
    <p:extLst>
      <p:ext uri="{BB962C8B-B14F-4D97-AF65-F5344CB8AC3E}">
        <p14:creationId xmlns:p14="http://schemas.microsoft.com/office/powerpoint/2010/main" val="138717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pPr marL="0" indent="0">
              <a:buNone/>
            </a:pPr>
            <a:r>
              <a:rPr lang="it-IT" sz="4800" b="1" dirty="0" err="1" smtClean="0">
                <a:solidFill>
                  <a:srgbClr val="990033"/>
                </a:solidFill>
                <a:latin typeface="Candara" pitchFamily="34" charset="0"/>
              </a:rPr>
              <a:t>Rit</a:t>
            </a: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: La tua mano nella mano di Colui che fermò le acque, 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la tua mano nella mano di colui che calmò il mar.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La tua vita sarà migliore se metterai,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La tua mano nella mano di quell’Uomo di Galilea.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487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Taci, calmati, Gesù disse al mare e al vento, 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Taci, calmati, al tuo cuore Egli dirà.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Se sul mare tempestoso tornò il sereno, 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990033"/>
                </a:solidFill>
                <a:latin typeface="Candara" pitchFamily="34" charset="0"/>
              </a:rPr>
              <a:t>Il tuo cuore inquieto in Lui riposo avrà.</a:t>
            </a:r>
            <a:endParaRPr lang="it-IT" sz="4800" b="1" dirty="0">
              <a:solidFill>
                <a:srgbClr val="990033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45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4000" b="1" dirty="0" err="1" smtClean="0">
                <a:solidFill>
                  <a:srgbClr val="990033"/>
                </a:solidFill>
                <a:latin typeface="Candara" pitchFamily="34" charset="0"/>
              </a:rPr>
              <a:t>Rit</a:t>
            </a:r>
            <a:r>
              <a:rPr lang="it-IT" sz="4000" b="1" dirty="0" smtClean="0">
                <a:solidFill>
                  <a:srgbClr val="990033"/>
                </a:solidFill>
                <a:latin typeface="Candara" pitchFamily="34" charset="0"/>
              </a:rPr>
              <a:t>: La tua mano nella mano di Colui che fermò le acque, </a:t>
            </a:r>
          </a:p>
          <a:p>
            <a:pPr marL="0" indent="0">
              <a:buNone/>
            </a:pPr>
            <a:r>
              <a:rPr lang="it-IT" sz="4000" b="1" dirty="0" smtClean="0">
                <a:solidFill>
                  <a:srgbClr val="990033"/>
                </a:solidFill>
                <a:latin typeface="Candara" pitchFamily="34" charset="0"/>
              </a:rPr>
              <a:t>la tua mano nella mano di colui che calmò il mar.</a:t>
            </a:r>
          </a:p>
          <a:p>
            <a:pPr marL="0" indent="0">
              <a:buNone/>
            </a:pPr>
            <a:r>
              <a:rPr lang="it-IT" sz="4000" b="1" dirty="0" smtClean="0">
                <a:solidFill>
                  <a:srgbClr val="990033"/>
                </a:solidFill>
                <a:latin typeface="Candara" pitchFamily="34" charset="0"/>
              </a:rPr>
              <a:t>La tua vita sarà migliore se metterai,</a:t>
            </a:r>
          </a:p>
          <a:p>
            <a:pPr marL="0" indent="0">
              <a:buNone/>
            </a:pPr>
            <a:r>
              <a:rPr lang="it-IT" sz="4000" b="1" dirty="0" smtClean="0">
                <a:solidFill>
                  <a:srgbClr val="990033"/>
                </a:solidFill>
                <a:latin typeface="Candara" pitchFamily="34" charset="0"/>
              </a:rPr>
              <a:t>La tua mano nella mano di quell’Uomo di Galilea.</a:t>
            </a:r>
          </a:p>
          <a:p>
            <a:pPr marL="0" indent="0">
              <a:buNone/>
            </a:pPr>
            <a:r>
              <a:rPr lang="it-IT" sz="4000" b="1" dirty="0" smtClean="0">
                <a:solidFill>
                  <a:srgbClr val="990033"/>
                </a:solidFill>
                <a:latin typeface="Candara" pitchFamily="34" charset="0"/>
              </a:rPr>
              <a:t>La tua vita sarà migliore se metterai,</a:t>
            </a:r>
          </a:p>
          <a:p>
            <a:pPr marL="0" indent="0">
              <a:buNone/>
            </a:pPr>
            <a:r>
              <a:rPr lang="it-IT" sz="4000" b="1" dirty="0" smtClean="0">
                <a:solidFill>
                  <a:srgbClr val="990033"/>
                </a:solidFill>
                <a:latin typeface="Candara" pitchFamily="34" charset="0"/>
              </a:rPr>
              <a:t>La tua mano nella mano di quell’Uomo di Galilea.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1935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228</Words>
  <Application>Microsoft Office PowerPoint</Application>
  <PresentationFormat>Presentazione su schermo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L’UOMO DI GALILEA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L’UOMO DI GALILEA</dc:title>
  <dc:creator>Windows XP</dc:creator>
  <cp:lastModifiedBy>Windows XP</cp:lastModifiedBy>
  <cp:revision>4</cp:revision>
  <dcterms:created xsi:type="dcterms:W3CDTF">2012-10-27T07:34:08Z</dcterms:created>
  <dcterms:modified xsi:type="dcterms:W3CDTF">2012-10-27T08:23:20Z</dcterms:modified>
</cp:coreProperties>
</file>