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4" autoAdjust="0"/>
    <p:restoredTop sz="94649" autoAdjust="0"/>
  </p:normalViewPr>
  <p:slideViewPr>
    <p:cSldViewPr>
      <p:cViewPr varScale="1">
        <p:scale>
          <a:sx n="72" d="100"/>
          <a:sy n="72" d="100"/>
        </p:scale>
        <p:origin x="-35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905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2084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094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9802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890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27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7631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605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17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6069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518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B3CC6-8A33-4CC3-A5BC-9A957D192E28}" type="datetimeFigureOut">
              <a:rPr lang="it-IT" smtClean="0"/>
              <a:t>16/03/2013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A99A8-2300-4295-9441-0FB61EB1CF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936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7999"/>
          </a:xfr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</p:spPr>
        <p:txBody>
          <a:bodyPr>
            <a:noAutofit/>
          </a:bodyPr>
          <a:lstStyle/>
          <a:p>
            <a:r>
              <a:rPr lang="it-IT" sz="13800" b="1" dirty="0" smtClean="0">
                <a:ln w="41275" cmpd="thinThick">
                  <a:gradFill>
                    <a:gsLst>
                      <a:gs pos="0">
                        <a:srgbClr val="A603AB"/>
                      </a:gs>
                      <a:gs pos="21001">
                        <a:srgbClr val="0819FB"/>
                      </a:gs>
                      <a:gs pos="35001">
                        <a:srgbClr val="1A8D48"/>
                      </a:gs>
                      <a:gs pos="52000">
                        <a:srgbClr val="FFFF00"/>
                      </a:gs>
                      <a:gs pos="73000">
                        <a:srgbClr val="EE3F17"/>
                      </a:gs>
                      <a:gs pos="88000">
                        <a:srgbClr val="E81766"/>
                      </a:gs>
                      <a:gs pos="100000">
                        <a:srgbClr val="A603AB"/>
                      </a:gs>
                    </a:gsLst>
                    <a:lin ang="5400000" scaled="0"/>
                  </a:gradFill>
                </a:ln>
                <a:gradFill flip="none" rotWithShape="1"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effectLst>
                  <a:outerShdw blurRad="60007" dir="1500000" sy="-30000" kx="800400" algn="bl" rotWithShape="0">
                    <a:prstClr val="black">
                      <a:alpha val="20000"/>
                    </a:prstClr>
                  </a:outerShdw>
                </a:effectLst>
                <a:latin typeface="Candara" pitchFamily="34" charset="0"/>
              </a:rPr>
              <a:t>I DUE LIOCORNI</a:t>
            </a:r>
            <a:endParaRPr lang="it-IT" sz="13800" b="1" dirty="0">
              <a:ln w="41275" cmpd="thinThick">
                <a:gradFill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5400000" scaled="0"/>
                </a:gradFill>
              </a:ln>
              <a:gradFill flip="none" rotWithShape="1"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path path="shape">
                  <a:fillToRect l="50000" t="50000" r="50000" b="50000"/>
                </a:path>
                <a:tileRect/>
              </a:gradFill>
              <a:effectLst>
                <a:outerShdw blurRad="60007" dir="1500000" sy="-30000" kx="800400" algn="bl" rotWithShape="0">
                  <a:prstClr val="black">
                    <a:alpha val="20000"/>
                  </a:prstClr>
                </a:outerShdw>
              </a:effectLst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957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Ci son due coccodrilli ed un orangotango,</a:t>
            </a:r>
          </a:p>
          <a:p>
            <a:pPr marL="0" indent="0" algn="ctr">
              <a:buNone/>
            </a:pP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due piccoli serpenti, un’aquila reale,    </a:t>
            </a:r>
          </a:p>
          <a:p>
            <a:pPr marL="0" indent="0" algn="ctr">
              <a:buNone/>
            </a:pPr>
            <a:r>
              <a:rPr lang="it-IT" sz="4800" dirty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i</a:t>
            </a: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l gatto, il topo, l’elefante,                             </a:t>
            </a:r>
          </a:p>
          <a:p>
            <a:pPr marL="0" indent="0" algn="ctr">
              <a:buNone/>
            </a:pPr>
            <a:r>
              <a:rPr lang="it-IT" sz="4800" dirty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n</a:t>
            </a: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on manca più nessuno,</a:t>
            </a:r>
          </a:p>
          <a:p>
            <a:pPr marL="0" indent="0" algn="ctr">
              <a:buNone/>
            </a:pPr>
            <a:r>
              <a:rPr lang="it-IT" sz="4800" dirty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s</a:t>
            </a: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olo non si vedono i due liocorni.</a:t>
            </a:r>
            <a:endParaRPr lang="it-IT" sz="4800" dirty="0">
              <a:ln w="28575"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</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554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n w="3492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Un dì Noè nella foresta andò</a:t>
            </a:r>
          </a:p>
          <a:p>
            <a:pPr marL="0" indent="0" algn="ctr">
              <a:buNone/>
            </a:pPr>
            <a:r>
              <a:rPr lang="it-IT" sz="5400" dirty="0" smtClean="0">
                <a:ln w="3492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E tutti gli animali volle intorno a sé.</a:t>
            </a:r>
          </a:p>
          <a:p>
            <a:pPr marL="0" indent="0" algn="ctr">
              <a:buNone/>
            </a:pPr>
            <a:r>
              <a:rPr lang="it-IT" sz="5400" dirty="0" smtClean="0">
                <a:ln w="3492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«Il Signore arrabbiato il diluvio manderà,</a:t>
            </a:r>
          </a:p>
          <a:p>
            <a:pPr marL="0" indent="0" algn="ctr">
              <a:buNone/>
            </a:pPr>
            <a:r>
              <a:rPr lang="it-IT" sz="5400" dirty="0" smtClean="0">
                <a:ln w="3492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La colpa non è vostra, io vi salverò.»</a:t>
            </a:r>
          </a:p>
        </p:txBody>
      </p:sp>
    </p:spTree>
    <p:extLst>
      <p:ext uri="{BB962C8B-B14F-4D97-AF65-F5344CB8AC3E}">
        <p14:creationId xmlns:p14="http://schemas.microsoft.com/office/powerpoint/2010/main" val="3999585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Ci son due coccodrilli ed un orangotango,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due piccoli serpenti, un’aquila reale,    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il gatto, il topo, l’elefante,                             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non manca più nessuno,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solo non si vedono i due liocorni.</a:t>
            </a:r>
          </a:p>
          <a:p>
            <a:pPr marL="0" indent="0" algn="ctr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94602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-17916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dirty="0" smtClean="0">
                <a:ln w="50800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E mentre salivano gli animali</a:t>
            </a:r>
          </a:p>
          <a:p>
            <a:pPr marL="0" indent="0" algn="ctr">
              <a:buNone/>
            </a:pPr>
            <a:r>
              <a:rPr lang="it-IT" sz="5400" dirty="0" smtClean="0">
                <a:ln w="50800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Noè vide nel cielo un grosso nuvolone</a:t>
            </a:r>
          </a:p>
          <a:p>
            <a:pPr marL="0" indent="0" algn="ctr">
              <a:buNone/>
            </a:pPr>
            <a:r>
              <a:rPr lang="it-IT" sz="5400" dirty="0" smtClean="0">
                <a:ln w="50800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E goccia dopo goccia a piover cominciò.</a:t>
            </a:r>
          </a:p>
          <a:p>
            <a:pPr marL="0" indent="0" algn="ctr">
              <a:buNone/>
            </a:pPr>
            <a:r>
              <a:rPr lang="it-IT" sz="5400" dirty="0" smtClean="0">
                <a:ln w="50800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«Non posso più aspettare, l’arca chiuderò.»</a:t>
            </a:r>
            <a:endParaRPr lang="it-IT" sz="5400" dirty="0">
              <a:ln w="50800"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</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31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4136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Ci son due coccodrilli ed un orangotango,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due piccoli serpenti, un’aquila reale,    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il gatto, il topo, l’elefante,                             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non manca più nessuno,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solo non si vedono i due liocorni.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2267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E mentre continuava a salire il mare</a:t>
            </a:r>
          </a:p>
          <a:p>
            <a:pPr marL="0" indent="0" algn="ctr">
              <a:buNone/>
            </a:pP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e l’arca era lontana con tutti gli animali</a:t>
            </a:r>
          </a:p>
          <a:p>
            <a:pPr marL="0" indent="0" algn="ctr">
              <a:buNone/>
            </a:pP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Noè non penso più a chi dimenticò.</a:t>
            </a:r>
          </a:p>
          <a:p>
            <a:pPr marL="0" indent="0" algn="ctr">
              <a:buNone/>
            </a:pPr>
            <a:r>
              <a:rPr lang="it-IT" sz="48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Da allora più nessuno vide i due liocorni.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2828922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Ci son due coccodrilli ed un orangotango,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due piccoli serpenti, un’aquila reale,    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il gatto, il topo, l’elefante,                             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non manca più nessuno,</a:t>
            </a:r>
          </a:p>
          <a:p>
            <a:pPr marL="0" indent="0" algn="ctr">
              <a:buNone/>
            </a:pPr>
            <a:r>
              <a:rPr lang="it-IT" sz="5400" dirty="0" smtClean="0">
                <a:ln w="28575">
                  <a:gradFill>
                    <a:gsLst>
                      <a:gs pos="0">
                        <a:srgbClr val="000082"/>
                      </a:gs>
                      <a:gs pos="30000">
                        <a:srgbClr val="66008F"/>
                      </a:gs>
                      <a:gs pos="64999">
                        <a:srgbClr val="BA0066"/>
                      </a:gs>
                      <a:gs pos="89999">
                        <a:srgbClr val="FF0000"/>
                      </a:gs>
                      <a:gs pos="100000">
                        <a:srgbClr val="FF8200"/>
                      </a:gs>
                    </a:gsLst>
                    <a:lin ang="5400000" scaled="0"/>
                  </a:gradFill>
                </a:ln>
                <a:gradFill>
                  <a:gsLst>
                    <a:gs pos="0">
                      <a:srgbClr val="000082"/>
                    </a:gs>
                    <a:gs pos="30000">
                      <a:srgbClr val="66008F"/>
                    </a:gs>
                    <a:gs pos="64999">
                      <a:srgbClr val="BA0066"/>
                    </a:gs>
                    <a:gs pos="89999">
                      <a:srgbClr val="FF0000"/>
                    </a:gs>
                    <a:gs pos="100000">
                      <a:srgbClr val="FF8200"/>
                    </a:gs>
                  </a:gsLst>
                  <a:lin ang="5400000" scaled="0"/>
                </a:gradFill>
                <a:latin typeface="Candara" pitchFamily="34" charset="0"/>
              </a:rPr>
              <a:t>solo non si vedono i due liocorni.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08767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241</Words>
  <Application>Microsoft Office PowerPoint</Application>
  <PresentationFormat>Presentazione su schermo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9" baseType="lpstr">
      <vt:lpstr>Tema di Office</vt:lpstr>
      <vt:lpstr>I DUE LIOCORNI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DUE LIOCORNI</dc:title>
  <dc:creator>CHIESA_MERATE_</dc:creator>
  <cp:lastModifiedBy>CHIESA_MERATE_</cp:lastModifiedBy>
  <cp:revision>4</cp:revision>
  <dcterms:created xsi:type="dcterms:W3CDTF">2013-03-17T08:02:50Z</dcterms:created>
  <dcterms:modified xsi:type="dcterms:W3CDTF">2013-03-17T09:00:16Z</dcterms:modified>
</cp:coreProperties>
</file>