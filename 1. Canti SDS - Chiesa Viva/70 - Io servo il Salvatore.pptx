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58" r:id="rId2"/>
    <p:sldId id="264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2EB4F-3E37-41FF-83C8-C3F7FD0C2FBD}" v="7" dt="2020-05-16T09:37:43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- Ofmer Srl" userId="dcf0823e-aec4-4903-922b-98130286a19e" providerId="ADAL" clId="{5462EB4F-3E37-41FF-83C8-C3F7FD0C2FBD}"/>
    <pc:docChg chg="modSld">
      <pc:chgData name="Paolo - Ofmer Srl" userId="dcf0823e-aec4-4903-922b-98130286a19e" providerId="ADAL" clId="{5462EB4F-3E37-41FF-83C8-C3F7FD0C2FBD}" dt="2020-05-16T09:37:43.197" v="6"/>
      <pc:docMkLst>
        <pc:docMk/>
      </pc:docMkLst>
      <pc:sldChg chg="addSp modSp">
        <pc:chgData name="Paolo - Ofmer Srl" userId="dcf0823e-aec4-4903-922b-98130286a19e" providerId="ADAL" clId="{5462EB4F-3E37-41FF-83C8-C3F7FD0C2FBD}" dt="2020-05-16T09:37:31.885" v="0"/>
        <pc:sldMkLst>
          <pc:docMk/>
          <pc:sldMk cId="1465871374" sldId="258"/>
        </pc:sldMkLst>
        <pc:spChg chg="add mod">
          <ac:chgData name="Paolo - Ofmer Srl" userId="dcf0823e-aec4-4903-922b-98130286a19e" providerId="ADAL" clId="{5462EB4F-3E37-41FF-83C8-C3F7FD0C2FBD}" dt="2020-05-16T09:37:31.885" v="0"/>
          <ac:spMkLst>
            <pc:docMk/>
            <pc:sldMk cId="1465871374" sldId="258"/>
            <ac:spMk id="7" creationId="{B5B6950A-A20C-4F72-A0C3-5894B8774922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4.685" v="1"/>
        <pc:sldMkLst>
          <pc:docMk/>
          <pc:sldMk cId="4020683075" sldId="264"/>
        </pc:sldMkLst>
        <pc:spChg chg="add mod">
          <ac:chgData name="Paolo - Ofmer Srl" userId="dcf0823e-aec4-4903-922b-98130286a19e" providerId="ADAL" clId="{5462EB4F-3E37-41FF-83C8-C3F7FD0C2FBD}" dt="2020-05-16T09:37:34.685" v="1"/>
          <ac:spMkLst>
            <pc:docMk/>
            <pc:sldMk cId="4020683075" sldId="264"/>
            <ac:spMk id="7" creationId="{0351099D-D286-4B80-BC91-FDE976B9666A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7.223" v="3"/>
        <pc:sldMkLst>
          <pc:docMk/>
          <pc:sldMk cId="1335583838" sldId="265"/>
        </pc:sldMkLst>
        <pc:spChg chg="add mod">
          <ac:chgData name="Paolo - Ofmer Srl" userId="dcf0823e-aec4-4903-922b-98130286a19e" providerId="ADAL" clId="{5462EB4F-3E37-41FF-83C8-C3F7FD0C2FBD}" dt="2020-05-16T09:37:37.223" v="3"/>
          <ac:spMkLst>
            <pc:docMk/>
            <pc:sldMk cId="1335583838" sldId="265"/>
            <ac:spMk id="7" creationId="{4FCCF961-DD95-4BDE-9273-291A62B14D15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6.109" v="2"/>
        <pc:sldMkLst>
          <pc:docMk/>
          <pc:sldMk cId="2126963183" sldId="266"/>
        </pc:sldMkLst>
        <pc:spChg chg="add mod">
          <ac:chgData name="Paolo - Ofmer Srl" userId="dcf0823e-aec4-4903-922b-98130286a19e" providerId="ADAL" clId="{5462EB4F-3E37-41FF-83C8-C3F7FD0C2FBD}" dt="2020-05-16T09:37:36.109" v="2"/>
          <ac:spMkLst>
            <pc:docMk/>
            <pc:sldMk cId="2126963183" sldId="266"/>
            <ac:spMk id="7" creationId="{06360B00-5849-46A5-A4AD-2A5617134A42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41.111" v="5"/>
        <pc:sldMkLst>
          <pc:docMk/>
          <pc:sldMk cId="1991669889" sldId="268"/>
        </pc:sldMkLst>
        <pc:spChg chg="add mod">
          <ac:chgData name="Paolo - Ofmer Srl" userId="dcf0823e-aec4-4903-922b-98130286a19e" providerId="ADAL" clId="{5462EB4F-3E37-41FF-83C8-C3F7FD0C2FBD}" dt="2020-05-16T09:37:41.111" v="5"/>
          <ac:spMkLst>
            <pc:docMk/>
            <pc:sldMk cId="1991669889" sldId="268"/>
            <ac:spMk id="7" creationId="{59046469-A8E1-46AA-9487-FB0D75FF1055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39.126" v="4"/>
        <pc:sldMkLst>
          <pc:docMk/>
          <pc:sldMk cId="100891301" sldId="269"/>
        </pc:sldMkLst>
        <pc:spChg chg="add mod">
          <ac:chgData name="Paolo - Ofmer Srl" userId="dcf0823e-aec4-4903-922b-98130286a19e" providerId="ADAL" clId="{5462EB4F-3E37-41FF-83C8-C3F7FD0C2FBD}" dt="2020-05-16T09:37:39.126" v="4"/>
          <ac:spMkLst>
            <pc:docMk/>
            <pc:sldMk cId="100891301" sldId="269"/>
            <ac:spMk id="7" creationId="{E74C0457-4B00-4684-AB04-46BE3FCEB3F4}"/>
          </ac:spMkLst>
        </pc:spChg>
      </pc:sldChg>
      <pc:sldChg chg="addSp modSp">
        <pc:chgData name="Paolo - Ofmer Srl" userId="dcf0823e-aec4-4903-922b-98130286a19e" providerId="ADAL" clId="{5462EB4F-3E37-41FF-83C8-C3F7FD0C2FBD}" dt="2020-05-16T09:37:43.197" v="6"/>
        <pc:sldMkLst>
          <pc:docMk/>
          <pc:sldMk cId="1851115422" sldId="270"/>
        </pc:sldMkLst>
        <pc:spChg chg="add mod">
          <ac:chgData name="Paolo - Ofmer Srl" userId="dcf0823e-aec4-4903-922b-98130286a19e" providerId="ADAL" clId="{5462EB4F-3E37-41FF-83C8-C3F7FD0C2FBD}" dt="2020-05-16T09:37:43.197" v="6"/>
          <ac:spMkLst>
            <pc:docMk/>
            <pc:sldMk cId="1851115422" sldId="270"/>
            <ac:spMk id="7" creationId="{E20430B5-E116-4372-9CFD-FC3A2AD7C3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35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76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75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730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068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48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8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183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415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98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32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772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4427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512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57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9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C7E10-010D-450C-A9FA-2A8D7EF66273}" type="datetimeFigureOut">
              <a:rPr lang="it-IT" smtClean="0"/>
              <a:t>23/05/2020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100177-EA1A-4B3E-A1DC-933772BAB7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27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3180445" y="102805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70 - Io servo il Salvatore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1614196" y="2236366"/>
            <a:ext cx="10319657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it-IT" sz="7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 servo </a:t>
            </a:r>
          </a:p>
          <a:p>
            <a:pPr algn="ctr">
              <a:spcAft>
                <a:spcPts val="600"/>
              </a:spcAft>
            </a:pPr>
            <a:r>
              <a:rPr lang="it-IT" sz="7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Salvatore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7581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5B6950A-A20C-4F72-A0C3-5894B877492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  <p:pic>
        <p:nvPicPr>
          <p:cNvPr id="2" name="70 - Io servo il Salvatore (online-audio-converter.com)">
            <a:hlinkClick r:id="" action="ppaction://media"/>
            <a:extLst>
              <a:ext uri="{FF2B5EF4-FFF2-40B4-BE49-F238E27FC236}">
                <a16:creationId xmlns:a16="http://schemas.microsoft.com/office/drawing/2014/main" id="{1D6C6A6A-A6E4-4F9F-9833-70C42D6CFB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65451" y="76879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70 - Io servo il Salvatore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541453" y="2025446"/>
            <a:ext cx="929171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 servo il Salvatore che vive su nel ciel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potente Dio d’amore che un dì risuscito.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 luce della vita il buio diradò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donando la speranza al peccator.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1°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40206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70 - Io servo il Salvatore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584233" y="1351508"/>
            <a:ext cx="76088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Gesù, Gesù l’amato mio Signor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parla al cuor, mi addita il ciel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vive dentro di me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Gesù, Gesù, il dolce Redentor,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mondo intero voglio dir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ch’Ei vive dentro me.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360B00-5849-46A5-A4AD-2A5617134A4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212696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70 - Io servo il Salvatore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541453" y="1538023"/>
            <a:ext cx="92917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prova del suo amore</a:t>
            </a:r>
          </a:p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scorgo attorno a me.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Gesù, il creatore da morte mi salvo.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dono suo sublime con gioia accetterò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tutta la mia vita Gli donerò.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2°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417124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70 - Io servo il Salvatore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584233" y="1351508"/>
            <a:ext cx="76088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Gesù, Gesù l’amato mio Signor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parla al cuor, mi addita il ciel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vive dentro di me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Gesù, Gesù, il dolce Redentor,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mondo intero voglio dir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ch’Ei vive dentro me.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360B00-5849-46A5-A4AD-2A5617134A4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398823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70 - Io servo il Salvatore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541453" y="1760751"/>
            <a:ext cx="929171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 vuoi sapere amico perché felice son;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ascolta, telo dico: Gesù è il salvator!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dì là sulla croce Egli morì per te;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vive su nel cielo e vive in me.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13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3° Strofa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51099D-D286-4B80-BC91-FDE976B9666A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37215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/>
          <p:cNvSpPr txBox="1"/>
          <p:nvPr/>
        </p:nvSpPr>
        <p:spPr>
          <a:xfrm>
            <a:off x="-214965" y="121323"/>
            <a:ext cx="5652301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70 - Io servo il Salvatore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3584233" y="1351508"/>
            <a:ext cx="76088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Gesù, Gesù l’amato mio Signor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parla al cuor, mi addita il ciel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vive dentro di me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Gesù, Gesù, il dolce Redentor,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mondo intero voglio dir</a:t>
            </a:r>
            <a:b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ch’Ei vive dentro me.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8FB18B6E-C733-4B61-A4E4-253FE59F6DC7}"/>
              </a:ext>
            </a:extLst>
          </p:cNvPr>
          <p:cNvSpPr txBox="1"/>
          <p:nvPr/>
        </p:nvSpPr>
        <p:spPr>
          <a:xfrm>
            <a:off x="8097732" y="6336862"/>
            <a:ext cx="3735438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it-IT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A52B844-2844-4A74-B7B9-EDA6E3C11B79}"/>
              </a:ext>
            </a:extLst>
          </p:cNvPr>
          <p:cNvSpPr txBox="1"/>
          <p:nvPr/>
        </p:nvSpPr>
        <p:spPr>
          <a:xfrm>
            <a:off x="2041927" y="6361003"/>
            <a:ext cx="122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R</a:t>
            </a:r>
            <a:r>
              <a:rPr lang="it-IT" i="1" dirty="0" err="1"/>
              <a:t>itornello</a:t>
            </a:r>
            <a:endParaRPr lang="it-IT" i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360B00-5849-46A5-A4AD-2A5617134A42}"/>
              </a:ext>
            </a:extLst>
          </p:cNvPr>
          <p:cNvSpPr txBox="1"/>
          <p:nvPr/>
        </p:nvSpPr>
        <p:spPr>
          <a:xfrm>
            <a:off x="9597006" y="6337581"/>
            <a:ext cx="2236164" cy="417614"/>
          </a:xfrm>
          <a:prstGeom prst="rect">
            <a:avLst/>
          </a:prstGeom>
        </p:spPr>
        <p:txBody>
          <a:bodyPr rtlCol="0" anchor="ctr">
            <a:norm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t-IT" i="1" dirty="0">
                <a:solidFill>
                  <a:schemeClr val="tx2">
                    <a:lumMod val="75000"/>
                  </a:schemeClr>
                </a:solidFill>
              </a:rPr>
              <a:t> Chiesa OLGIATE </a:t>
            </a:r>
          </a:p>
        </p:txBody>
      </p:sp>
    </p:spTree>
    <p:extLst>
      <p:ext uri="{BB962C8B-B14F-4D97-AF65-F5344CB8AC3E}">
        <p14:creationId xmlns:p14="http://schemas.microsoft.com/office/powerpoint/2010/main" val="158608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</TotalTime>
  <Words>330</Words>
  <Application>Microsoft Office PowerPoint</Application>
  <PresentationFormat>Widescreen</PresentationFormat>
  <Paragraphs>29</Paragraphs>
  <Slides>7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Filo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- Ofmer Srl</dc:creator>
  <cp:lastModifiedBy>Paolo - Ofmer Srl</cp:lastModifiedBy>
  <cp:revision>24</cp:revision>
  <dcterms:created xsi:type="dcterms:W3CDTF">2019-09-14T21:39:23Z</dcterms:created>
  <dcterms:modified xsi:type="dcterms:W3CDTF">2020-05-23T07:40:43Z</dcterms:modified>
</cp:coreProperties>
</file>