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A50021"/>
    <a:srgbClr val="9999FF"/>
    <a:srgbClr val="660033"/>
    <a:srgbClr val="FFFFCC"/>
    <a:srgbClr val="CCFFFF"/>
    <a:srgbClr val="CC00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6" autoAdjust="0"/>
    <p:restoredTop sz="94667" autoAdjust="0"/>
  </p:normalViewPr>
  <p:slideViewPr>
    <p:cSldViewPr>
      <p:cViewPr varScale="1">
        <p:scale>
          <a:sx n="55" d="100"/>
          <a:sy n="55" d="100"/>
        </p:scale>
        <p:origin x="-156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5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rgbClr val="A50021"/>
            </a:gs>
            <a:gs pos="91000">
              <a:srgbClr val="FFFF99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29/09/2016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itchFamily="34" charset="0"/>
              <a:buNone/>
            </a:pPr>
            <a:r>
              <a:rPr lang="it-IT" sz="4800" dirty="0" smtClean="0">
                <a:latin typeface="Footlight MT Light" pitchFamily="18" charset="0"/>
                <a:cs typeface="Tunga" pitchFamily="2"/>
              </a:rPr>
              <a:t>SANTO, SANTO, SANTO</a:t>
            </a:r>
            <a:endParaRPr lang="it-IT" sz="4800" dirty="0">
              <a:latin typeface="Footlight MT Light" pitchFamily="18" charset="0"/>
              <a:cs typeface="Tung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822964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260648"/>
            <a:ext cx="8784976" cy="633670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Santo, Santo, Santo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È Dio il Signore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Creator del mondo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L’Iddio d’eternità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Santo, Santo, Santo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Il Signor del cielo 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Che dona all’uomo 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Vita e santità</a:t>
            </a:r>
          </a:p>
          <a:p>
            <a:pPr marL="0" indent="0" algn="ctr">
              <a:buNone/>
            </a:pPr>
            <a:endParaRPr lang="it-IT" sz="4400" dirty="0">
              <a:latin typeface="Footlight MT Light" pitchFamily="18" charset="0"/>
              <a:cs typeface="Tung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645482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188640"/>
            <a:ext cx="8568952" cy="64087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Santo, Santo, Santo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È il divino figlio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Santo e puro Agnello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Che in croce s’immolò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Santo, Santo, Santo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È il mio Redentore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Che un dì nel cielo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Io contemplerò</a:t>
            </a:r>
            <a:endParaRPr lang="it-IT" sz="4400" dirty="0">
              <a:latin typeface="Footlight MT Light" pitchFamily="18" charset="0"/>
              <a:cs typeface="Tung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6385690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88640"/>
            <a:ext cx="8640960" cy="64087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Santo, Santo, Santo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Spirito divino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Tu Consolatore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Che parli al nostro cuor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Santo, Santo, Santo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Tu col Padre e il Figlio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Riveli all’uomo</a:t>
            </a:r>
          </a:p>
          <a:p>
            <a:pPr marL="0" indent="0" algn="ctr">
              <a:buNone/>
            </a:pPr>
            <a:r>
              <a:rPr lang="it-IT" sz="4400" dirty="0" smtClean="0">
                <a:latin typeface="Footlight MT Light" pitchFamily="18" charset="0"/>
                <a:cs typeface="Tunga" pitchFamily="2"/>
              </a:rPr>
              <a:t>Il divino amor.</a:t>
            </a:r>
            <a:endParaRPr lang="it-IT" sz="4400" dirty="0">
              <a:latin typeface="Footlight MT Light" pitchFamily="18" charset="0"/>
              <a:cs typeface="Tung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70804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98</Words>
  <Application>Microsoft Office PowerPoint</Application>
  <PresentationFormat>Presentazione su schermo (4:3)</PresentationFormat>
  <Paragraphs>25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Tema di Office</vt:lpstr>
      <vt:lpstr>SANTO, SANTO, SANTO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SANTO, SANTO, SANTO</dc:title>
  <cp:lastModifiedBy>Windows XP</cp:lastModifiedBy>
  <cp:revision>2</cp:revision>
  <dcterms:modified xsi:type="dcterms:W3CDTF">2016-09-30T10:55:01Z</dcterms:modified>
</cp:coreProperties>
</file>