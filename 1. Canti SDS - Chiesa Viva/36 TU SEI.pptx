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4" autoAdjust="0"/>
    <p:restoredTop sz="86460" autoAdjust="0"/>
  </p:normalViewPr>
  <p:slideViewPr>
    <p:cSldViewPr>
      <p:cViewPr varScale="1">
        <p:scale>
          <a:sx n="63" d="100"/>
          <a:sy n="63" d="100"/>
        </p:scale>
        <p:origin x="-136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51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B97D-326E-44EB-A587-394786D5180D}" type="datetimeFigureOut">
              <a:rPr lang="it-IT" smtClean="0"/>
              <a:t>13/10/2018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CF8EF-8015-4F50-98DB-3DA469488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4247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B97D-326E-44EB-A587-394786D5180D}" type="datetimeFigureOut">
              <a:rPr lang="it-IT" smtClean="0"/>
              <a:t>13/10/2018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CF8EF-8015-4F50-98DB-3DA469488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8603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B97D-326E-44EB-A587-394786D5180D}" type="datetimeFigureOut">
              <a:rPr lang="it-IT" smtClean="0"/>
              <a:t>13/10/2018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CF8EF-8015-4F50-98DB-3DA469488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432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B97D-326E-44EB-A587-394786D5180D}" type="datetimeFigureOut">
              <a:rPr lang="it-IT" smtClean="0"/>
              <a:t>13/10/2018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CF8EF-8015-4F50-98DB-3DA469488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3799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B97D-326E-44EB-A587-394786D5180D}" type="datetimeFigureOut">
              <a:rPr lang="it-IT" smtClean="0"/>
              <a:t>13/10/2018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CF8EF-8015-4F50-98DB-3DA469488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0617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B97D-326E-44EB-A587-394786D5180D}" type="datetimeFigureOut">
              <a:rPr lang="it-IT" smtClean="0"/>
              <a:t>13/10/2018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CF8EF-8015-4F50-98DB-3DA469488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1835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B97D-326E-44EB-A587-394786D5180D}" type="datetimeFigureOut">
              <a:rPr lang="it-IT" smtClean="0"/>
              <a:t>13/10/2018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CF8EF-8015-4F50-98DB-3DA469488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496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B97D-326E-44EB-A587-394786D5180D}" type="datetimeFigureOut">
              <a:rPr lang="it-IT" smtClean="0"/>
              <a:t>13/10/2018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CF8EF-8015-4F50-98DB-3DA469488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022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B97D-326E-44EB-A587-394786D5180D}" type="datetimeFigureOut">
              <a:rPr lang="it-IT" smtClean="0"/>
              <a:t>13/10/2018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CF8EF-8015-4F50-98DB-3DA469488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612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B97D-326E-44EB-A587-394786D5180D}" type="datetimeFigureOut">
              <a:rPr lang="it-IT" smtClean="0"/>
              <a:t>13/10/2018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CF8EF-8015-4F50-98DB-3DA469488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8685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B97D-326E-44EB-A587-394786D5180D}" type="datetimeFigureOut">
              <a:rPr lang="it-IT" smtClean="0"/>
              <a:t>13/10/2018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CF8EF-8015-4F50-98DB-3DA469488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4211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1000">
              <a:srgbClr val="FFFF00"/>
            </a:gs>
            <a:gs pos="67000">
              <a:srgbClr val="FF0000"/>
            </a:gs>
            <a:gs pos="44000">
              <a:srgbClr val="C00000">
                <a:alpha val="99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94B97D-326E-44EB-A587-394786D5180D}" type="datetimeFigureOut">
              <a:rPr lang="it-IT" smtClean="0"/>
              <a:t>13/10/2018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CF8EF-8015-4F50-98DB-3DA469488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10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3568" y="2492896"/>
            <a:ext cx="7772400" cy="1470025"/>
          </a:xfrm>
        </p:spPr>
        <p:txBody>
          <a:bodyPr>
            <a:noAutofit/>
          </a:bodyPr>
          <a:lstStyle/>
          <a:p>
            <a:r>
              <a:rPr lang="it-IT" sz="9600" b="1" dirty="0" smtClean="0"/>
              <a:t>TU SEI</a:t>
            </a:r>
            <a:endParaRPr lang="it-IT" sz="9600" b="1" dirty="0"/>
          </a:p>
        </p:txBody>
      </p:sp>
    </p:spTree>
    <p:extLst>
      <p:ext uri="{BB962C8B-B14F-4D97-AF65-F5344CB8AC3E}">
        <p14:creationId xmlns:p14="http://schemas.microsoft.com/office/powerpoint/2010/main" val="108185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it-IT" sz="4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Tu sei, la prima stella del mattino</a:t>
            </a:r>
          </a:p>
          <a:p>
            <a:pPr marL="0" indent="0" algn="ctr">
              <a:buNone/>
            </a:pPr>
            <a:r>
              <a:rPr lang="it-IT" sz="4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Tu sei, la nostra grande nostalgia, </a:t>
            </a:r>
          </a:p>
          <a:p>
            <a:pPr marL="0" indent="0" algn="ctr">
              <a:buNone/>
            </a:pPr>
            <a:r>
              <a:rPr lang="it-IT" sz="4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Tu sei, il cielo chiaro dopo la paura,</a:t>
            </a:r>
          </a:p>
          <a:p>
            <a:pPr marL="0" indent="0" algn="ctr">
              <a:buNone/>
            </a:pPr>
            <a:r>
              <a:rPr lang="it-IT" sz="4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Dopo la paura d’esserci perduti,</a:t>
            </a:r>
          </a:p>
          <a:p>
            <a:pPr marL="0" indent="0" algn="ctr">
              <a:buNone/>
            </a:pPr>
            <a:r>
              <a:rPr lang="it-IT" sz="4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E tornerà la vita, in questo </a:t>
            </a:r>
            <a:r>
              <a:rPr lang="it-IT" sz="4400" smtClean="0">
                <a:latin typeface="Andalus" panose="02020603050405020304" pitchFamily="18" charset="-78"/>
                <a:cs typeface="Andalus" panose="02020603050405020304" pitchFamily="18" charset="-78"/>
              </a:rPr>
              <a:t>mare</a:t>
            </a:r>
            <a:r>
              <a:rPr lang="it-IT" sz="4400" smtClean="0">
                <a:latin typeface="Andalus" panose="02020603050405020304" pitchFamily="18" charset="-78"/>
                <a:cs typeface="Andalus" panose="02020603050405020304" pitchFamily="18" charset="-78"/>
              </a:rPr>
              <a:t>.(x2)</a:t>
            </a:r>
            <a:endParaRPr lang="it-IT" sz="4400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05065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RIT: soffierà, soffierà il vento forte della vita soffierà sulle vele e le gonfierà di te! </a:t>
            </a:r>
          </a:p>
          <a:p>
            <a:pPr marL="0" indent="0" algn="ctr">
              <a:buNone/>
            </a:pPr>
            <a:r>
              <a:rPr lang="it-IT" sz="4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Soffierà, soffierà il vento forte della vita, soffierà sulle vele e le gonfierà di te.</a:t>
            </a:r>
            <a:endParaRPr lang="it-IT" sz="4400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814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it-IT" sz="4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Tu sei l’unico volto della pace,</a:t>
            </a:r>
          </a:p>
          <a:p>
            <a:pPr marL="0" indent="0" algn="ctr">
              <a:buNone/>
            </a:pPr>
            <a:r>
              <a:rPr lang="it-IT" sz="4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Tu sei, speranza nelle nostre mani,</a:t>
            </a:r>
          </a:p>
          <a:p>
            <a:pPr marL="0" indent="0" algn="ctr">
              <a:buNone/>
            </a:pPr>
            <a:r>
              <a:rPr lang="it-IT" sz="4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Tu sei, il vento nuovo sulle nostre ali,</a:t>
            </a:r>
          </a:p>
          <a:p>
            <a:pPr marL="0" indent="0" algn="ctr">
              <a:buNone/>
            </a:pPr>
            <a:r>
              <a:rPr lang="it-IT" sz="4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Sulle nostre ali, soffierà la vita</a:t>
            </a:r>
          </a:p>
          <a:p>
            <a:pPr marL="0" indent="0" algn="ctr">
              <a:buNone/>
            </a:pPr>
            <a:r>
              <a:rPr lang="it-IT" sz="4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E gonfierà le vele per questo mare.</a:t>
            </a:r>
          </a:p>
          <a:p>
            <a:pPr marL="0" indent="0" algn="ctr">
              <a:buNone/>
            </a:pPr>
            <a:endParaRPr lang="it-IT" sz="4400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50672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RIT: soffierà, soffierà il vento forte della vita soffierà sulle vele e le gonfierà di te! </a:t>
            </a:r>
          </a:p>
          <a:p>
            <a:pPr marL="0" indent="0" algn="ctr">
              <a:buNone/>
            </a:pPr>
            <a:r>
              <a:rPr lang="it-IT" sz="4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Soffierà, soffierà il vento forte della vita, soffierà sulle vele e le gonfierà di te.</a:t>
            </a:r>
            <a:endParaRPr lang="it-IT" sz="4400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4531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159</Words>
  <Application>Microsoft Office PowerPoint</Application>
  <PresentationFormat>Presentazione su schermo (4:3)</PresentationFormat>
  <Paragraphs>15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TU SEI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 SEI</dc:title>
  <dc:creator>GRUPPO MERATE</dc:creator>
  <cp:lastModifiedBy>GRUPPO MERATE</cp:lastModifiedBy>
  <cp:revision>4</cp:revision>
  <dcterms:created xsi:type="dcterms:W3CDTF">2016-01-23T14:23:15Z</dcterms:created>
  <dcterms:modified xsi:type="dcterms:W3CDTF">2018-10-13T08:55:38Z</dcterms:modified>
</cp:coreProperties>
</file>