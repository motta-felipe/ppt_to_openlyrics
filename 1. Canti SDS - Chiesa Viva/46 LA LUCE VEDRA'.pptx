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4" d="100"/>
          <a:sy n="74" d="100"/>
        </p:scale>
        <p:origin x="-2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20/02/2013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Documents and Settings\WinXP\Impostazioni locali\Temporary Internet Files\Content.IE5\O5UZS56R\MP90042232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/>
          <p:cNvSpPr txBox="1"/>
          <p:nvPr/>
        </p:nvSpPr>
        <p:spPr>
          <a:xfrm rot="668691">
            <a:off x="2134406" y="1613119"/>
            <a:ext cx="554461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500" dirty="0" smtClean="0"/>
              <a:t>LA LUCE VEDRA’</a:t>
            </a:r>
            <a:endParaRPr lang="it-IT" sz="11500" dirty="0"/>
          </a:p>
        </p:txBody>
      </p:sp>
    </p:spTree>
    <p:extLst>
      <p:ext uri="{BB962C8B-B14F-4D97-AF65-F5344CB8AC3E}">
        <p14:creationId xmlns:p14="http://schemas.microsoft.com/office/powerpoint/2010/main" val="337541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CC66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/>
              <a:t>C’è una candela in ogni cuor,</a:t>
            </a:r>
          </a:p>
          <a:p>
            <a:pPr marL="0" indent="0" algn="ctr">
              <a:buNone/>
            </a:pPr>
            <a:r>
              <a:rPr lang="it-IT" sz="6000" dirty="0" smtClean="0"/>
              <a:t>Qualcuna brilla, qualcuna no.</a:t>
            </a:r>
          </a:p>
          <a:p>
            <a:pPr marL="0" indent="0" algn="ctr">
              <a:buNone/>
            </a:pPr>
            <a:r>
              <a:rPr lang="it-IT" sz="6000" dirty="0" smtClean="0"/>
              <a:t>Ma il Signore vuole illuminare</a:t>
            </a:r>
          </a:p>
          <a:p>
            <a:pPr marL="0" indent="0" algn="ctr">
              <a:buNone/>
            </a:pPr>
            <a:r>
              <a:rPr lang="it-IT" sz="6000" dirty="0" smtClean="0"/>
              <a:t>Ogni candela col suo amor!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14370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2133"/>
            <a:ext cx="9144000" cy="6835867"/>
          </a:xfrm>
          <a:solidFill>
            <a:srgbClr val="FFCC66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/>
              <a:t>Con la tua luce cerca nel buio </a:t>
            </a:r>
          </a:p>
          <a:p>
            <a:pPr marL="0" indent="0" algn="ctr">
              <a:buNone/>
            </a:pPr>
            <a:r>
              <a:rPr lang="it-IT" sz="5400" dirty="0" smtClean="0"/>
              <a:t>Chi è solo e triste, chi è senza Dio.</a:t>
            </a:r>
          </a:p>
          <a:p>
            <a:pPr marL="0" indent="0" algn="ctr">
              <a:buNone/>
            </a:pPr>
            <a:r>
              <a:rPr lang="it-IT" sz="5400" dirty="0" smtClean="0"/>
              <a:t>La tua candela in alto tieni,</a:t>
            </a:r>
          </a:p>
          <a:p>
            <a:pPr marL="0" indent="0" algn="ctr">
              <a:buNone/>
            </a:pPr>
            <a:r>
              <a:rPr lang="it-IT" sz="5400" dirty="0" smtClean="0"/>
              <a:t>E il mondo la luce </a:t>
            </a:r>
            <a:r>
              <a:rPr lang="it-IT" sz="5400" dirty="0" smtClean="0"/>
              <a:t>vedrà…</a:t>
            </a:r>
          </a:p>
          <a:p>
            <a:pPr marL="0" indent="0" algn="ctr">
              <a:buNone/>
            </a:pPr>
            <a:r>
              <a:rPr lang="it-IT" sz="5400" dirty="0" smtClean="0"/>
              <a:t>E il </a:t>
            </a:r>
            <a:r>
              <a:rPr lang="it-IT" sz="5400" dirty="0"/>
              <a:t>mondo la luce </a:t>
            </a:r>
            <a:r>
              <a:rPr lang="it-IT" sz="5400" dirty="0" smtClean="0"/>
              <a:t>vedrà.</a:t>
            </a:r>
            <a:endParaRPr lang="it-IT" sz="5400" dirty="0" smtClean="0"/>
          </a:p>
        </p:txBody>
      </p:sp>
    </p:spTree>
    <p:extLst>
      <p:ext uri="{BB962C8B-B14F-4D97-AF65-F5344CB8AC3E}">
        <p14:creationId xmlns:p14="http://schemas.microsoft.com/office/powerpoint/2010/main" val="341893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CC66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/>
              <a:t>Ma c’è chi prova a far brillare,</a:t>
            </a:r>
          </a:p>
          <a:p>
            <a:pPr marL="0" indent="0" algn="ctr">
              <a:buNone/>
            </a:pPr>
            <a:r>
              <a:rPr lang="it-IT" sz="6000" dirty="0" smtClean="0"/>
              <a:t>La sua candela senza Gesù.</a:t>
            </a:r>
          </a:p>
          <a:p>
            <a:pPr marL="0" indent="0" algn="ctr">
              <a:buNone/>
            </a:pPr>
            <a:r>
              <a:rPr lang="it-IT" sz="6000" dirty="0" smtClean="0"/>
              <a:t>Poi c’è ancora chi non si è accorto </a:t>
            </a:r>
          </a:p>
          <a:p>
            <a:pPr marL="0" indent="0" algn="ctr">
              <a:buNone/>
            </a:pPr>
            <a:r>
              <a:rPr lang="it-IT" sz="6000" dirty="0" smtClean="0"/>
              <a:t>Che la sua fiamma non brilla più.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182187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CC66"/>
          </a:solidFill>
        </p:spPr>
        <p:txBody>
          <a:bodyPr/>
          <a:lstStyle/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Con la tua luce cerca nel buio 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Chi è solo e triste, chi è senza Dio.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La tua candela in alto tieni,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E il mondo la luce </a:t>
            </a:r>
            <a:r>
              <a:rPr lang="it-IT" sz="5400" dirty="0" smtClean="0">
                <a:solidFill>
                  <a:prstClr val="black"/>
                </a:solidFill>
              </a:rPr>
              <a:t>vedrà…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E il mondo la luce </a:t>
            </a:r>
            <a:r>
              <a:rPr lang="it-IT" sz="5400" dirty="0" smtClean="0">
                <a:solidFill>
                  <a:prstClr val="black"/>
                </a:solidFill>
              </a:rPr>
              <a:t>vedrà.</a:t>
            </a:r>
            <a:endParaRPr lang="it-IT" sz="5400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1474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CC66"/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6600" dirty="0" smtClean="0"/>
              <a:t>Le nostre vite son come fari </a:t>
            </a:r>
          </a:p>
          <a:p>
            <a:pPr marL="0" indent="0" algn="ctr">
              <a:buNone/>
            </a:pPr>
            <a:r>
              <a:rPr lang="it-IT" sz="6600" dirty="0" smtClean="0"/>
              <a:t>E chi è nel buio la luce vedrà.</a:t>
            </a:r>
          </a:p>
          <a:p>
            <a:pPr marL="0" indent="0" algn="ctr">
              <a:buNone/>
            </a:pPr>
            <a:r>
              <a:rPr lang="it-IT" sz="6600" dirty="0" smtClean="0"/>
              <a:t>Se preghiamo il padre ci darà la forza per dare luce al mondo inter.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954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1554" y="-12701"/>
            <a:ext cx="9145554" cy="6870701"/>
          </a:xfrm>
          <a:solidFill>
            <a:srgbClr val="FFCC66"/>
          </a:solidFill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Con la tua luce cerca nel buio 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Chi è solo e triste, chi è senza Dio.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La tua candela in alto tieni,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E il mondo la luce </a:t>
            </a:r>
            <a:r>
              <a:rPr lang="it-IT" sz="5400" dirty="0" smtClean="0">
                <a:solidFill>
                  <a:prstClr val="black"/>
                </a:solidFill>
              </a:rPr>
              <a:t>vedrà…</a:t>
            </a:r>
          </a:p>
          <a:p>
            <a:pPr marL="0" lvl="0" indent="0" algn="ctr">
              <a:buNone/>
            </a:pPr>
            <a:r>
              <a:rPr lang="it-IT" sz="5400" dirty="0">
                <a:solidFill>
                  <a:prstClr val="black"/>
                </a:solidFill>
              </a:rPr>
              <a:t>E il mondo la luce </a:t>
            </a:r>
            <a:r>
              <a:rPr lang="it-IT" sz="5400" dirty="0" smtClean="0">
                <a:solidFill>
                  <a:prstClr val="black"/>
                </a:solidFill>
              </a:rPr>
              <a:t>vedrà.</a:t>
            </a:r>
            <a:endParaRPr lang="it-IT" sz="5400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it-IT" sz="6200" dirty="0"/>
          </a:p>
        </p:txBody>
      </p:sp>
    </p:spTree>
    <p:extLst>
      <p:ext uri="{BB962C8B-B14F-4D97-AF65-F5344CB8AC3E}">
        <p14:creationId xmlns:p14="http://schemas.microsoft.com/office/powerpoint/2010/main" val="146404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205</Words>
  <Application>Microsoft Office PowerPoint</Application>
  <PresentationFormat>Presentazione su schermo (4:3)</PresentationFormat>
  <Paragraphs>27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CHIESA_MERATE_</cp:lastModifiedBy>
  <cp:revision>3</cp:revision>
  <dcterms:modified xsi:type="dcterms:W3CDTF">2013-02-21T06:40:04Z</dcterms:modified>
</cp:coreProperties>
</file>